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60" r:id="rId2"/>
  </p:sldMasterIdLst>
  <p:sldIdLst>
    <p:sldId id="256" r:id="rId3"/>
    <p:sldId id="257" r:id="rId4"/>
    <p:sldId id="258" r:id="rId5"/>
    <p:sldId id="259" r:id="rId6"/>
    <p:sldId id="260" r:id="rId7"/>
    <p:sldId id="262" r:id="rId8"/>
    <p:sldId id="264" r:id="rId9"/>
    <p:sldId id="265"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70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0F40D5-19A4-4DB3-900C-2C2DDBF3E83A}" v="104" dt="2024-01-23T13:57:05.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reen ahmed" userId="60ee0dd448ec2850" providerId="LiveId" clId="{3B0F40D5-19A4-4DB3-900C-2C2DDBF3E83A}"/>
    <pc:docChg chg="undo custSel addSld delSld modSld sldOrd">
      <pc:chgData name="tamreen ahmed" userId="60ee0dd448ec2850" providerId="LiveId" clId="{3B0F40D5-19A4-4DB3-900C-2C2DDBF3E83A}" dt="2024-01-23T13:57:36.759" v="1309" actId="207"/>
      <pc:docMkLst>
        <pc:docMk/>
      </pc:docMkLst>
      <pc:sldChg chg="addSp delSp modSp mod modAnim">
        <pc:chgData name="tamreen ahmed" userId="60ee0dd448ec2850" providerId="LiveId" clId="{3B0F40D5-19A4-4DB3-900C-2C2DDBF3E83A}" dt="2024-01-23T13:53:19.920" v="1225" actId="1076"/>
        <pc:sldMkLst>
          <pc:docMk/>
          <pc:sldMk cId="2515006633" sldId="256"/>
        </pc:sldMkLst>
        <pc:spChg chg="mod">
          <ac:chgData name="tamreen ahmed" userId="60ee0dd448ec2850" providerId="LiveId" clId="{3B0F40D5-19A4-4DB3-900C-2C2DDBF3E83A}" dt="2024-01-23T13:34:32.918" v="1023" actId="26606"/>
          <ac:spMkLst>
            <pc:docMk/>
            <pc:sldMk cId="2515006633" sldId="256"/>
            <ac:spMk id="2" creationId="{DAF3A0D9-42AD-4242-DF8C-8E0F051091D4}"/>
          </ac:spMkLst>
        </pc:spChg>
        <pc:spChg chg="mod">
          <ac:chgData name="tamreen ahmed" userId="60ee0dd448ec2850" providerId="LiveId" clId="{3B0F40D5-19A4-4DB3-900C-2C2DDBF3E83A}" dt="2024-01-23T13:41:31.507" v="1076" actId="313"/>
          <ac:spMkLst>
            <pc:docMk/>
            <pc:sldMk cId="2515006633" sldId="256"/>
            <ac:spMk id="3" creationId="{C6DB0438-E78C-C2E4-9BF4-6BF94000E375}"/>
          </ac:spMkLst>
        </pc:spChg>
        <pc:spChg chg="add mod">
          <ac:chgData name="tamreen ahmed" userId="60ee0dd448ec2850" providerId="LiveId" clId="{3B0F40D5-19A4-4DB3-900C-2C2DDBF3E83A}" dt="2024-01-23T13:53:19.920" v="1225" actId="1076"/>
          <ac:spMkLst>
            <pc:docMk/>
            <pc:sldMk cId="2515006633" sldId="256"/>
            <ac:spMk id="5" creationId="{91F4EA2E-A181-CF24-9769-9D814C988AE2}"/>
          </ac:spMkLst>
        </pc:spChg>
        <pc:spChg chg="add del">
          <ac:chgData name="tamreen ahmed" userId="60ee0dd448ec2850" providerId="LiveId" clId="{3B0F40D5-19A4-4DB3-900C-2C2DDBF3E83A}" dt="2024-01-23T13:34:32.918" v="1023" actId="26606"/>
          <ac:spMkLst>
            <pc:docMk/>
            <pc:sldMk cId="2515006633" sldId="256"/>
            <ac:spMk id="20" creationId="{51C0BCA8-B9D5-4F84-B063-ABE683EE04E1}"/>
          </ac:spMkLst>
        </pc:spChg>
        <pc:spChg chg="add del">
          <ac:chgData name="tamreen ahmed" userId="60ee0dd448ec2850" providerId="LiveId" clId="{3B0F40D5-19A4-4DB3-900C-2C2DDBF3E83A}" dt="2024-01-23T13:34:32.918" v="1023" actId="26606"/>
          <ac:spMkLst>
            <pc:docMk/>
            <pc:sldMk cId="2515006633" sldId="256"/>
            <ac:spMk id="22" creationId="{3148D7B7-CAFA-4089-A365-6371A76FE4A6}"/>
          </ac:spMkLst>
        </pc:spChg>
        <pc:spChg chg="add del">
          <ac:chgData name="tamreen ahmed" userId="60ee0dd448ec2850" providerId="LiveId" clId="{3B0F40D5-19A4-4DB3-900C-2C2DDBF3E83A}" dt="2024-01-23T13:34:32.178" v="1020" actId="26606"/>
          <ac:spMkLst>
            <pc:docMk/>
            <pc:sldMk cId="2515006633" sldId="256"/>
            <ac:spMk id="31" creationId="{BF02845A-8571-40C5-9F56-8F9B3F7C4E4C}"/>
          </ac:spMkLst>
        </pc:spChg>
        <pc:spChg chg="add del">
          <ac:chgData name="tamreen ahmed" userId="60ee0dd448ec2850" providerId="LiveId" clId="{3B0F40D5-19A4-4DB3-900C-2C2DDBF3E83A}" dt="2024-01-23T13:34:32.906" v="1022" actId="26606"/>
          <ac:spMkLst>
            <pc:docMk/>
            <pc:sldMk cId="2515006633" sldId="256"/>
            <ac:spMk id="36" creationId="{BF02845A-8571-40C5-9F56-8F9B3F7C4E4C}"/>
          </ac:spMkLst>
        </pc:spChg>
        <pc:spChg chg="add">
          <ac:chgData name="tamreen ahmed" userId="60ee0dd448ec2850" providerId="LiveId" clId="{3B0F40D5-19A4-4DB3-900C-2C2DDBF3E83A}" dt="2024-01-23T13:34:32.918" v="1023" actId="26606"/>
          <ac:spMkLst>
            <pc:docMk/>
            <pc:sldMk cId="2515006633" sldId="256"/>
            <ac:spMk id="40" creationId="{95F6C49D-6EFC-4F5A-87F0-18CF52E74D25}"/>
          </ac:spMkLst>
        </pc:spChg>
        <pc:spChg chg="add">
          <ac:chgData name="tamreen ahmed" userId="60ee0dd448ec2850" providerId="LiveId" clId="{3B0F40D5-19A4-4DB3-900C-2C2DDBF3E83A}" dt="2024-01-23T13:34:32.918" v="1023" actId="26606"/>
          <ac:spMkLst>
            <pc:docMk/>
            <pc:sldMk cId="2515006633" sldId="256"/>
            <ac:spMk id="41" creationId="{7DFF1406-B47A-4A4A-B1C2-DA1ECF5DCFA5}"/>
          </ac:spMkLst>
        </pc:spChg>
        <pc:picChg chg="mod ord">
          <ac:chgData name="tamreen ahmed" userId="60ee0dd448ec2850" providerId="LiveId" clId="{3B0F40D5-19A4-4DB3-900C-2C2DDBF3E83A}" dt="2024-01-23T13:34:32.918" v="1023" actId="26606"/>
          <ac:picMkLst>
            <pc:docMk/>
            <pc:sldMk cId="2515006633" sldId="256"/>
            <ac:picMk id="14" creationId="{7FD582C1-A40C-A959-4687-A8CF158AF1AA}"/>
          </ac:picMkLst>
        </pc:picChg>
        <pc:cxnChg chg="add del">
          <ac:chgData name="tamreen ahmed" userId="60ee0dd448ec2850" providerId="LiveId" clId="{3B0F40D5-19A4-4DB3-900C-2C2DDBF3E83A}" dt="2024-01-23T13:34:32.918" v="1023" actId="26606"/>
          <ac:cxnSpMkLst>
            <pc:docMk/>
            <pc:sldMk cId="2515006633" sldId="256"/>
            <ac:cxnSpMk id="24" creationId="{7476E355-DC49-4AFB-88DE-62B854B9B315}"/>
          </ac:cxnSpMkLst>
        </pc:cxnChg>
        <pc:cxnChg chg="add del">
          <ac:chgData name="tamreen ahmed" userId="60ee0dd448ec2850" providerId="LiveId" clId="{3B0F40D5-19A4-4DB3-900C-2C2DDBF3E83A}" dt="2024-01-23T13:34:32.178" v="1020" actId="26606"/>
          <ac:cxnSpMkLst>
            <pc:docMk/>
            <pc:sldMk cId="2515006633" sldId="256"/>
            <ac:cxnSpMk id="29" creationId="{EAD4CCDA-06BF-4D2A-B44F-195AEC0B5B22}"/>
          </ac:cxnSpMkLst>
        </pc:cxnChg>
        <pc:cxnChg chg="add del">
          <ac:chgData name="tamreen ahmed" userId="60ee0dd448ec2850" providerId="LiveId" clId="{3B0F40D5-19A4-4DB3-900C-2C2DDBF3E83A}" dt="2024-01-23T13:34:32.178" v="1020" actId="26606"/>
          <ac:cxnSpMkLst>
            <pc:docMk/>
            <pc:sldMk cId="2515006633" sldId="256"/>
            <ac:cxnSpMk id="33" creationId="{F30BB598-81B4-41BB-BC44-CD9C29AE2EAB}"/>
          </ac:cxnSpMkLst>
        </pc:cxnChg>
        <pc:cxnChg chg="add del">
          <ac:chgData name="tamreen ahmed" userId="60ee0dd448ec2850" providerId="LiveId" clId="{3B0F40D5-19A4-4DB3-900C-2C2DDBF3E83A}" dt="2024-01-23T13:34:32.906" v="1022" actId="26606"/>
          <ac:cxnSpMkLst>
            <pc:docMk/>
            <pc:sldMk cId="2515006633" sldId="256"/>
            <ac:cxnSpMk id="35" creationId="{EAD4CCDA-06BF-4D2A-B44F-195AEC0B5B22}"/>
          </ac:cxnSpMkLst>
        </pc:cxnChg>
        <pc:cxnChg chg="add del">
          <ac:chgData name="tamreen ahmed" userId="60ee0dd448ec2850" providerId="LiveId" clId="{3B0F40D5-19A4-4DB3-900C-2C2DDBF3E83A}" dt="2024-01-23T13:34:32.906" v="1022" actId="26606"/>
          <ac:cxnSpMkLst>
            <pc:docMk/>
            <pc:sldMk cId="2515006633" sldId="256"/>
            <ac:cxnSpMk id="37" creationId="{62375961-B15F-47AE-9A79-5883D42CF885}"/>
          </ac:cxnSpMkLst>
        </pc:cxnChg>
        <pc:cxnChg chg="add">
          <ac:chgData name="tamreen ahmed" userId="60ee0dd448ec2850" providerId="LiveId" clId="{3B0F40D5-19A4-4DB3-900C-2C2DDBF3E83A}" dt="2024-01-23T13:34:32.918" v="1023" actId="26606"/>
          <ac:cxnSpMkLst>
            <pc:docMk/>
            <pc:sldMk cId="2515006633" sldId="256"/>
            <ac:cxnSpMk id="39" creationId="{EAD4CCDA-06BF-4D2A-B44F-195AEC0B5B22}"/>
          </ac:cxnSpMkLst>
        </pc:cxnChg>
      </pc:sldChg>
      <pc:sldChg chg="addSp delSp modSp mod">
        <pc:chgData name="tamreen ahmed" userId="60ee0dd448ec2850" providerId="LiveId" clId="{3B0F40D5-19A4-4DB3-900C-2C2DDBF3E83A}" dt="2024-01-23T13:53:52.201" v="1238" actId="1076"/>
        <pc:sldMkLst>
          <pc:docMk/>
          <pc:sldMk cId="1608978049" sldId="257"/>
        </pc:sldMkLst>
        <pc:spChg chg="del mod">
          <ac:chgData name="tamreen ahmed" userId="60ee0dd448ec2850" providerId="LiveId" clId="{3B0F40D5-19A4-4DB3-900C-2C2DDBF3E83A}" dt="2024-01-23T13:38:09.231" v="1034"/>
          <ac:spMkLst>
            <pc:docMk/>
            <pc:sldMk cId="1608978049" sldId="257"/>
            <ac:spMk id="4" creationId="{97153D44-483E-6227-D150-9E6D1D868484}"/>
          </ac:spMkLst>
        </pc:spChg>
        <pc:spChg chg="mod">
          <ac:chgData name="tamreen ahmed" userId="60ee0dd448ec2850" providerId="LiveId" clId="{3B0F40D5-19A4-4DB3-900C-2C2DDBF3E83A}" dt="2024-01-23T13:36:23.069" v="1029" actId="20577"/>
          <ac:spMkLst>
            <pc:docMk/>
            <pc:sldMk cId="1608978049" sldId="257"/>
            <ac:spMk id="6" creationId="{7CB93ADB-53A1-FCAF-99B9-A08666DEE0B6}"/>
          </ac:spMkLst>
        </pc:spChg>
        <pc:spChg chg="add del mod">
          <ac:chgData name="tamreen ahmed" userId="60ee0dd448ec2850" providerId="LiveId" clId="{3B0F40D5-19A4-4DB3-900C-2C2DDBF3E83A}" dt="2024-01-23T13:53:33.113" v="1228"/>
          <ac:spMkLst>
            <pc:docMk/>
            <pc:sldMk cId="1608978049" sldId="257"/>
            <ac:spMk id="7" creationId="{41812CBC-4FBB-CF65-BFE7-311A4D07AFA2}"/>
          </ac:spMkLst>
        </pc:spChg>
        <pc:spChg chg="add mod">
          <ac:chgData name="tamreen ahmed" userId="60ee0dd448ec2850" providerId="LiveId" clId="{3B0F40D5-19A4-4DB3-900C-2C2DDBF3E83A}" dt="2024-01-23T13:53:52.201" v="1238" actId="1076"/>
          <ac:spMkLst>
            <pc:docMk/>
            <pc:sldMk cId="1608978049" sldId="257"/>
            <ac:spMk id="8" creationId="{A419F035-D3B5-6F3D-B395-6EAAACAEF756}"/>
          </ac:spMkLst>
        </pc:spChg>
        <pc:graphicFrameChg chg="mod">
          <ac:chgData name="tamreen ahmed" userId="60ee0dd448ec2850" providerId="LiveId" clId="{3B0F40D5-19A4-4DB3-900C-2C2DDBF3E83A}" dt="2024-01-23T13:37:54.240" v="1032" actId="478"/>
          <ac:graphicFrameMkLst>
            <pc:docMk/>
            <pc:sldMk cId="1608978049" sldId="257"/>
            <ac:graphicFrameMk id="15" creationId="{BC8F2E78-EA36-98A0-7C6B-7C57F356CC49}"/>
          </ac:graphicFrameMkLst>
        </pc:graphicFrameChg>
      </pc:sldChg>
      <pc:sldChg chg="addSp modSp mod">
        <pc:chgData name="tamreen ahmed" userId="60ee0dd448ec2850" providerId="LiveId" clId="{3B0F40D5-19A4-4DB3-900C-2C2DDBF3E83A}" dt="2024-01-23T13:54:10.865" v="1247" actId="1076"/>
        <pc:sldMkLst>
          <pc:docMk/>
          <pc:sldMk cId="71018616" sldId="258"/>
        </pc:sldMkLst>
        <pc:spChg chg="mod">
          <ac:chgData name="tamreen ahmed" userId="60ee0dd448ec2850" providerId="LiveId" clId="{3B0F40D5-19A4-4DB3-900C-2C2DDBF3E83A}" dt="2024-01-23T06:19:04.450" v="114" actId="3062"/>
          <ac:spMkLst>
            <pc:docMk/>
            <pc:sldMk cId="71018616" sldId="258"/>
            <ac:spMk id="2" creationId="{DEFA7C43-167D-7D84-7AE5-7FCCC6EBCCC7}"/>
          </ac:spMkLst>
        </pc:spChg>
        <pc:spChg chg="mod">
          <ac:chgData name="tamreen ahmed" userId="60ee0dd448ec2850" providerId="LiveId" clId="{3B0F40D5-19A4-4DB3-900C-2C2DDBF3E83A}" dt="2024-01-23T13:38:29.891" v="1054" actId="20577"/>
          <ac:spMkLst>
            <pc:docMk/>
            <pc:sldMk cId="71018616" sldId="258"/>
            <ac:spMk id="12" creationId="{1DA0B542-A327-D19F-9625-9A84D4437DEF}"/>
          </ac:spMkLst>
        </pc:spChg>
        <pc:spChg chg="add mod">
          <ac:chgData name="tamreen ahmed" userId="60ee0dd448ec2850" providerId="LiveId" clId="{3B0F40D5-19A4-4DB3-900C-2C2DDBF3E83A}" dt="2024-01-23T13:54:10.865" v="1247" actId="1076"/>
          <ac:spMkLst>
            <pc:docMk/>
            <pc:sldMk cId="71018616" sldId="258"/>
            <ac:spMk id="19" creationId="{CCFE8AD8-F51F-A339-E8DD-D9CCB9E7CDA5}"/>
          </ac:spMkLst>
        </pc:spChg>
      </pc:sldChg>
      <pc:sldChg chg="addSp modSp mod">
        <pc:chgData name="tamreen ahmed" userId="60ee0dd448ec2850" providerId="LiveId" clId="{3B0F40D5-19A4-4DB3-900C-2C2DDBF3E83A}" dt="2024-01-23T13:54:51.016" v="1257" actId="1076"/>
        <pc:sldMkLst>
          <pc:docMk/>
          <pc:sldMk cId="3040235799" sldId="259"/>
        </pc:sldMkLst>
        <pc:spChg chg="mod">
          <ac:chgData name="tamreen ahmed" userId="60ee0dd448ec2850" providerId="LiveId" clId="{3B0F40D5-19A4-4DB3-900C-2C2DDBF3E83A}" dt="2024-01-23T13:38:44.641" v="1055" actId="3062"/>
          <ac:spMkLst>
            <pc:docMk/>
            <pc:sldMk cId="3040235799" sldId="259"/>
            <ac:spMk id="2" creationId="{DEFA7C43-167D-7D84-7AE5-7FCCC6EBCCC7}"/>
          </ac:spMkLst>
        </pc:spChg>
        <pc:spChg chg="mod">
          <ac:chgData name="tamreen ahmed" userId="60ee0dd448ec2850" providerId="LiveId" clId="{3B0F40D5-19A4-4DB3-900C-2C2DDBF3E83A}" dt="2024-01-23T13:40:02.874" v="1071" actId="404"/>
          <ac:spMkLst>
            <pc:docMk/>
            <pc:sldMk cId="3040235799" sldId="259"/>
            <ac:spMk id="9" creationId="{5123311E-A8E1-5A4A-99A2-B6ED89FF150A}"/>
          </ac:spMkLst>
        </pc:spChg>
        <pc:spChg chg="mod">
          <ac:chgData name="tamreen ahmed" userId="60ee0dd448ec2850" providerId="LiveId" clId="{3B0F40D5-19A4-4DB3-900C-2C2DDBF3E83A}" dt="2024-01-23T13:52:36.498" v="1218" actId="20577"/>
          <ac:spMkLst>
            <pc:docMk/>
            <pc:sldMk cId="3040235799" sldId="259"/>
            <ac:spMk id="12" creationId="{1DA0B542-A327-D19F-9625-9A84D4437DEF}"/>
          </ac:spMkLst>
        </pc:spChg>
        <pc:spChg chg="add mod">
          <ac:chgData name="tamreen ahmed" userId="60ee0dd448ec2850" providerId="LiveId" clId="{3B0F40D5-19A4-4DB3-900C-2C2DDBF3E83A}" dt="2024-01-23T13:54:51.016" v="1257" actId="1076"/>
          <ac:spMkLst>
            <pc:docMk/>
            <pc:sldMk cId="3040235799" sldId="259"/>
            <ac:spMk id="21" creationId="{70C175E1-CFC0-AD1E-6D86-CBF1426A9D16}"/>
          </ac:spMkLst>
        </pc:spChg>
        <pc:cxnChg chg="mod">
          <ac:chgData name="tamreen ahmed" userId="60ee0dd448ec2850" providerId="LiveId" clId="{3B0F40D5-19A4-4DB3-900C-2C2DDBF3E83A}" dt="2024-01-23T13:42:02.519" v="1077" actId="693"/>
          <ac:cxnSpMkLst>
            <pc:docMk/>
            <pc:sldMk cId="3040235799" sldId="259"/>
            <ac:cxnSpMk id="14" creationId="{7ECFAB17-E1D7-6BE9-1D6F-EDE9659A5305}"/>
          </ac:cxnSpMkLst>
        </pc:cxnChg>
        <pc:cxnChg chg="mod">
          <ac:chgData name="tamreen ahmed" userId="60ee0dd448ec2850" providerId="LiveId" clId="{3B0F40D5-19A4-4DB3-900C-2C2DDBF3E83A}" dt="2024-01-23T13:40:31.167" v="1074" actId="14100"/>
          <ac:cxnSpMkLst>
            <pc:docMk/>
            <pc:sldMk cId="3040235799" sldId="259"/>
            <ac:cxnSpMk id="17" creationId="{76C40CA4-6C80-D1A8-C3D1-B409358888C0}"/>
          </ac:cxnSpMkLst>
        </pc:cxnChg>
      </pc:sldChg>
      <pc:sldChg chg="addSp modSp mod">
        <pc:chgData name="tamreen ahmed" userId="60ee0dd448ec2850" providerId="LiveId" clId="{3B0F40D5-19A4-4DB3-900C-2C2DDBF3E83A}" dt="2024-01-23T13:55:10.072" v="1266" actId="403"/>
        <pc:sldMkLst>
          <pc:docMk/>
          <pc:sldMk cId="1221547048" sldId="260"/>
        </pc:sldMkLst>
        <pc:spChg chg="mod">
          <ac:chgData name="tamreen ahmed" userId="60ee0dd448ec2850" providerId="LiveId" clId="{3B0F40D5-19A4-4DB3-900C-2C2DDBF3E83A}" dt="2024-01-23T13:42:21.854" v="1081" actId="313"/>
          <ac:spMkLst>
            <pc:docMk/>
            <pc:sldMk cId="1221547048" sldId="260"/>
            <ac:spMk id="9" creationId="{5123311E-A8E1-5A4A-99A2-B6ED89FF150A}"/>
          </ac:spMkLst>
        </pc:spChg>
        <pc:spChg chg="mod">
          <ac:chgData name="tamreen ahmed" userId="60ee0dd448ec2850" providerId="LiveId" clId="{3B0F40D5-19A4-4DB3-900C-2C2DDBF3E83A}" dt="2024-01-22T19:55:57.848" v="50" actId="13822"/>
          <ac:spMkLst>
            <pc:docMk/>
            <pc:sldMk cId="1221547048" sldId="260"/>
            <ac:spMk id="12" creationId="{1DA0B542-A327-D19F-9625-9A84D4437DEF}"/>
          </ac:spMkLst>
        </pc:spChg>
        <pc:spChg chg="add mod">
          <ac:chgData name="tamreen ahmed" userId="60ee0dd448ec2850" providerId="LiveId" clId="{3B0F40D5-19A4-4DB3-900C-2C2DDBF3E83A}" dt="2024-01-23T13:55:10.072" v="1266" actId="403"/>
          <ac:spMkLst>
            <pc:docMk/>
            <pc:sldMk cId="1221547048" sldId="260"/>
            <ac:spMk id="16" creationId="{A41C61CA-6464-2BB3-3052-9A9D1AEFA9CB}"/>
          </ac:spMkLst>
        </pc:spChg>
        <pc:cxnChg chg="add mod">
          <ac:chgData name="tamreen ahmed" userId="60ee0dd448ec2850" providerId="LiveId" clId="{3B0F40D5-19A4-4DB3-900C-2C2DDBF3E83A}" dt="2024-01-23T06:18:14.116" v="109" actId="693"/>
          <ac:cxnSpMkLst>
            <pc:docMk/>
            <pc:sldMk cId="1221547048" sldId="260"/>
            <ac:cxnSpMk id="14" creationId="{21933F8E-8AF8-6E90-926A-CE25711226BB}"/>
          </ac:cxnSpMkLst>
        </pc:cxnChg>
      </pc:sldChg>
      <pc:sldChg chg="del">
        <pc:chgData name="tamreen ahmed" userId="60ee0dd448ec2850" providerId="LiveId" clId="{3B0F40D5-19A4-4DB3-900C-2C2DDBF3E83A}" dt="2024-01-22T19:58:03.698" v="55" actId="2696"/>
        <pc:sldMkLst>
          <pc:docMk/>
          <pc:sldMk cId="2322856521" sldId="261"/>
        </pc:sldMkLst>
      </pc:sldChg>
      <pc:sldChg chg="addSp delSp modSp mod ord setBg">
        <pc:chgData name="tamreen ahmed" userId="60ee0dd448ec2850" providerId="LiveId" clId="{3B0F40D5-19A4-4DB3-900C-2C2DDBF3E83A}" dt="2024-01-23T13:56:00.046" v="1280" actId="1076"/>
        <pc:sldMkLst>
          <pc:docMk/>
          <pc:sldMk cId="1655665783" sldId="262"/>
        </pc:sldMkLst>
        <pc:spChg chg="mod">
          <ac:chgData name="tamreen ahmed" userId="60ee0dd448ec2850" providerId="LiveId" clId="{3B0F40D5-19A4-4DB3-900C-2C2DDBF3E83A}" dt="2024-01-23T13:31:46.441" v="927" actId="113"/>
          <ac:spMkLst>
            <pc:docMk/>
            <pc:sldMk cId="1655665783" sldId="262"/>
            <ac:spMk id="2" creationId="{C5D56C7E-81CD-7D43-96C6-AB44EC69A9C3}"/>
          </ac:spMkLst>
        </pc:spChg>
        <pc:spChg chg="add mod">
          <ac:chgData name="tamreen ahmed" userId="60ee0dd448ec2850" providerId="LiveId" clId="{3B0F40D5-19A4-4DB3-900C-2C2DDBF3E83A}" dt="2024-01-23T13:56:00.046" v="1280" actId="1076"/>
          <ac:spMkLst>
            <pc:docMk/>
            <pc:sldMk cId="1655665783" sldId="262"/>
            <ac:spMk id="4" creationId="{73E67DCD-E64B-2420-B163-DE5AF56E5412}"/>
          </ac:spMkLst>
        </pc:spChg>
        <pc:spChg chg="add del">
          <ac:chgData name="tamreen ahmed" userId="60ee0dd448ec2850" providerId="LiveId" clId="{3B0F40D5-19A4-4DB3-900C-2C2DDBF3E83A}" dt="2024-01-22T19:58:46.169" v="58" actId="26606"/>
          <ac:spMkLst>
            <pc:docMk/>
            <pc:sldMk cId="1655665783" sldId="262"/>
            <ac:spMk id="9" creationId="{3560802A-CB0A-468C-B8E5-6F426F84FF5B}"/>
          </ac:spMkLst>
        </pc:spChg>
        <pc:spChg chg="add del">
          <ac:chgData name="tamreen ahmed" userId="60ee0dd448ec2850" providerId="LiveId" clId="{3B0F40D5-19A4-4DB3-900C-2C2DDBF3E83A}" dt="2024-01-22T19:59:18.683" v="67" actId="26606"/>
          <ac:spMkLst>
            <pc:docMk/>
            <pc:sldMk cId="1655665783" sldId="262"/>
            <ac:spMk id="18" creationId="{7C8D1FBA-DEC3-4F56-A38D-E61978B7ACF9}"/>
          </ac:spMkLst>
        </pc:spChg>
        <pc:spChg chg="add del">
          <ac:chgData name="tamreen ahmed" userId="60ee0dd448ec2850" providerId="LiveId" clId="{3B0F40D5-19A4-4DB3-900C-2C2DDBF3E83A}" dt="2024-01-22T19:59:18.683" v="67" actId="26606"/>
          <ac:spMkLst>
            <pc:docMk/>
            <pc:sldMk cId="1655665783" sldId="262"/>
            <ac:spMk id="20" creationId="{AEA77D21-6078-416C-9613-6B2B4D06A3C3}"/>
          </ac:spMkLst>
        </pc:spChg>
        <pc:spChg chg="add">
          <ac:chgData name="tamreen ahmed" userId="60ee0dd448ec2850" providerId="LiveId" clId="{3B0F40D5-19A4-4DB3-900C-2C2DDBF3E83A}" dt="2024-01-22T19:59:18.683" v="67" actId="26606"/>
          <ac:spMkLst>
            <pc:docMk/>
            <pc:sldMk cId="1655665783" sldId="262"/>
            <ac:spMk id="29" creationId="{5CF60410-FF11-42D8-AEF2-85817C554888}"/>
          </ac:spMkLst>
        </pc:spChg>
        <pc:cxnChg chg="add del">
          <ac:chgData name="tamreen ahmed" userId="60ee0dd448ec2850" providerId="LiveId" clId="{3B0F40D5-19A4-4DB3-900C-2C2DDBF3E83A}" dt="2024-01-22T19:58:46.169" v="58" actId="26606"/>
          <ac:cxnSpMkLst>
            <pc:docMk/>
            <pc:sldMk cId="1655665783" sldId="262"/>
            <ac:cxnSpMk id="7" creationId="{EAD4CCDA-06BF-4D2A-B44F-195AEC0B5B22}"/>
          </ac:cxnSpMkLst>
        </pc:cxnChg>
        <pc:cxnChg chg="add del">
          <ac:chgData name="tamreen ahmed" userId="60ee0dd448ec2850" providerId="LiveId" clId="{3B0F40D5-19A4-4DB3-900C-2C2DDBF3E83A}" dt="2024-01-22T19:58:46.169" v="58" actId="26606"/>
          <ac:cxnSpMkLst>
            <pc:docMk/>
            <pc:sldMk cId="1655665783" sldId="262"/>
            <ac:cxnSpMk id="11" creationId="{F37ABF8F-2936-429C-ACD7-A6BD50E4466C}"/>
          </ac:cxnSpMkLst>
        </pc:cxnChg>
        <pc:cxnChg chg="add del">
          <ac:chgData name="tamreen ahmed" userId="60ee0dd448ec2850" providerId="LiveId" clId="{3B0F40D5-19A4-4DB3-900C-2C2DDBF3E83A}" dt="2024-01-22T19:59:18.683" v="67" actId="26606"/>
          <ac:cxnSpMkLst>
            <pc:docMk/>
            <pc:sldMk cId="1655665783" sldId="262"/>
            <ac:cxnSpMk id="16" creationId="{EAD4CCDA-06BF-4D2A-B44F-195AEC0B5B22}"/>
          </ac:cxnSpMkLst>
        </pc:cxnChg>
        <pc:cxnChg chg="add del">
          <ac:chgData name="tamreen ahmed" userId="60ee0dd448ec2850" providerId="LiveId" clId="{3B0F40D5-19A4-4DB3-900C-2C2DDBF3E83A}" dt="2024-01-22T19:59:18.683" v="67" actId="26606"/>
          <ac:cxnSpMkLst>
            <pc:docMk/>
            <pc:sldMk cId="1655665783" sldId="262"/>
            <ac:cxnSpMk id="22" creationId="{1E7596C2-1437-433F-B5CF-BAA3E41248E0}"/>
          </ac:cxnSpMkLst>
        </pc:cxnChg>
        <pc:cxnChg chg="add">
          <ac:chgData name="tamreen ahmed" userId="60ee0dd448ec2850" providerId="LiveId" clId="{3B0F40D5-19A4-4DB3-900C-2C2DDBF3E83A}" dt="2024-01-22T19:59:18.683" v="67" actId="26606"/>
          <ac:cxnSpMkLst>
            <pc:docMk/>
            <pc:sldMk cId="1655665783" sldId="262"/>
            <ac:cxnSpMk id="27" creationId="{EAD4CCDA-06BF-4D2A-B44F-195AEC0B5B22}"/>
          </ac:cxnSpMkLst>
        </pc:cxnChg>
        <pc:cxnChg chg="add">
          <ac:chgData name="tamreen ahmed" userId="60ee0dd448ec2850" providerId="LiveId" clId="{3B0F40D5-19A4-4DB3-900C-2C2DDBF3E83A}" dt="2024-01-22T19:59:18.683" v="67" actId="26606"/>
          <ac:cxnSpMkLst>
            <pc:docMk/>
            <pc:sldMk cId="1655665783" sldId="262"/>
            <ac:cxnSpMk id="31" creationId="{16BEECB0-0766-4C59-B86E-5D26B7D8EF4D}"/>
          </ac:cxnSpMkLst>
        </pc:cxnChg>
      </pc:sldChg>
      <pc:sldChg chg="addSp modSp new mod ord">
        <pc:chgData name="tamreen ahmed" userId="60ee0dd448ec2850" providerId="LiveId" clId="{3B0F40D5-19A4-4DB3-900C-2C2DDBF3E83A}" dt="2024-01-23T13:57:36.759" v="1309" actId="207"/>
        <pc:sldMkLst>
          <pc:docMk/>
          <pc:sldMk cId="851638151" sldId="263"/>
        </pc:sldMkLst>
        <pc:spChg chg="mod">
          <ac:chgData name="tamreen ahmed" userId="60ee0dd448ec2850" providerId="LiveId" clId="{3B0F40D5-19A4-4DB3-900C-2C2DDBF3E83A}" dt="2024-01-23T13:57:36.759" v="1309" actId="207"/>
          <ac:spMkLst>
            <pc:docMk/>
            <pc:sldMk cId="851638151" sldId="263"/>
            <ac:spMk id="2" creationId="{2A1A6C34-AD94-23AB-6C68-C89FB6D03594}"/>
          </ac:spMkLst>
        </pc:spChg>
        <pc:spChg chg="add mod">
          <ac:chgData name="tamreen ahmed" userId="60ee0dd448ec2850" providerId="LiveId" clId="{3B0F40D5-19A4-4DB3-900C-2C2DDBF3E83A}" dt="2024-01-23T13:57:15.186" v="1308" actId="1076"/>
          <ac:spMkLst>
            <pc:docMk/>
            <pc:sldMk cId="851638151" sldId="263"/>
            <ac:spMk id="3" creationId="{E7B529AA-0B63-74F5-A4FA-D60C2A44F2CE}"/>
          </ac:spMkLst>
        </pc:spChg>
      </pc:sldChg>
      <pc:sldChg chg="addSp delSp modSp add mod ord">
        <pc:chgData name="tamreen ahmed" userId="60ee0dd448ec2850" providerId="LiveId" clId="{3B0F40D5-19A4-4DB3-900C-2C2DDBF3E83A}" dt="2024-01-23T13:56:30.341" v="1291" actId="1076"/>
        <pc:sldMkLst>
          <pc:docMk/>
          <pc:sldMk cId="3997667706" sldId="264"/>
        </pc:sldMkLst>
        <pc:spChg chg="mod">
          <ac:chgData name="tamreen ahmed" userId="60ee0dd448ec2850" providerId="LiveId" clId="{3B0F40D5-19A4-4DB3-900C-2C2DDBF3E83A}" dt="2024-01-23T13:13:15.467" v="907" actId="20577"/>
          <ac:spMkLst>
            <pc:docMk/>
            <pc:sldMk cId="3997667706" sldId="264"/>
            <ac:spMk id="2" creationId="{DEFA7C43-167D-7D84-7AE5-7FCCC6EBCCC7}"/>
          </ac:spMkLst>
        </pc:spChg>
        <pc:spChg chg="mod">
          <ac:chgData name="tamreen ahmed" userId="60ee0dd448ec2850" providerId="LiveId" clId="{3B0F40D5-19A4-4DB3-900C-2C2DDBF3E83A}" dt="2024-01-23T13:04:52.891" v="604" actId="20577"/>
          <ac:spMkLst>
            <pc:docMk/>
            <pc:sldMk cId="3997667706" sldId="264"/>
            <ac:spMk id="9" creationId="{5123311E-A8E1-5A4A-99A2-B6ED89FF150A}"/>
          </ac:spMkLst>
        </pc:spChg>
        <pc:spChg chg="mod">
          <ac:chgData name="tamreen ahmed" userId="60ee0dd448ec2850" providerId="LiveId" clId="{3B0F40D5-19A4-4DB3-900C-2C2DDBF3E83A}" dt="2024-01-23T13:04:36.998" v="568" actId="20577"/>
          <ac:spMkLst>
            <pc:docMk/>
            <pc:sldMk cId="3997667706" sldId="264"/>
            <ac:spMk id="12" creationId="{1DA0B542-A327-D19F-9625-9A84D4437DEF}"/>
          </ac:spMkLst>
        </pc:spChg>
        <pc:spChg chg="add mod">
          <ac:chgData name="tamreen ahmed" userId="60ee0dd448ec2850" providerId="LiveId" clId="{3B0F40D5-19A4-4DB3-900C-2C2DDBF3E83A}" dt="2024-01-23T13:56:30.341" v="1291" actId="1076"/>
          <ac:spMkLst>
            <pc:docMk/>
            <pc:sldMk cId="3997667706" sldId="264"/>
            <ac:spMk id="17" creationId="{CB2AEB9A-3A69-4651-DBF2-E838240FF233}"/>
          </ac:spMkLst>
        </pc:spChg>
        <pc:picChg chg="add mod">
          <ac:chgData name="tamreen ahmed" userId="60ee0dd448ec2850" providerId="LiveId" clId="{3B0F40D5-19A4-4DB3-900C-2C2DDBF3E83A}" dt="2024-01-23T12:59:44.651" v="179" actId="1076"/>
          <ac:picMkLst>
            <pc:docMk/>
            <pc:sldMk cId="3997667706" sldId="264"/>
            <ac:picMk id="4" creationId="{62B64406-13B4-0068-AC3E-EB54792190A2}"/>
          </ac:picMkLst>
        </pc:picChg>
        <pc:picChg chg="del">
          <ac:chgData name="tamreen ahmed" userId="60ee0dd448ec2850" providerId="LiveId" clId="{3B0F40D5-19A4-4DB3-900C-2C2DDBF3E83A}" dt="2024-01-23T12:59:35.958" v="175" actId="478"/>
          <ac:picMkLst>
            <pc:docMk/>
            <pc:sldMk cId="3997667706" sldId="264"/>
            <ac:picMk id="5" creationId="{E782A3C9-466C-DED6-D4AF-A73590576405}"/>
          </ac:picMkLst>
        </pc:picChg>
        <pc:picChg chg="add mod">
          <ac:chgData name="tamreen ahmed" userId="60ee0dd448ec2850" providerId="LiveId" clId="{3B0F40D5-19A4-4DB3-900C-2C2DDBF3E83A}" dt="2024-01-23T13:01:06.926" v="236" actId="1076"/>
          <ac:picMkLst>
            <pc:docMk/>
            <pc:sldMk cId="3997667706" sldId="264"/>
            <ac:picMk id="7" creationId="{02885D00-C081-C4D2-4E97-6B8A8DB96C5D}"/>
          </ac:picMkLst>
        </pc:picChg>
        <pc:picChg chg="del">
          <ac:chgData name="tamreen ahmed" userId="60ee0dd448ec2850" providerId="LiveId" clId="{3B0F40D5-19A4-4DB3-900C-2C2DDBF3E83A}" dt="2024-01-23T13:01:01.851" v="233" actId="478"/>
          <ac:picMkLst>
            <pc:docMk/>
            <pc:sldMk cId="3997667706" sldId="264"/>
            <ac:picMk id="8" creationId="{8DD17562-60D9-EF2E-2B51-960498D0BB11}"/>
          </ac:picMkLst>
        </pc:picChg>
        <pc:picChg chg="del">
          <ac:chgData name="tamreen ahmed" userId="60ee0dd448ec2850" providerId="LiveId" clId="{3B0F40D5-19A4-4DB3-900C-2C2DDBF3E83A}" dt="2024-01-23T13:01:02.846" v="234" actId="478"/>
          <ac:picMkLst>
            <pc:docMk/>
            <pc:sldMk cId="3997667706" sldId="264"/>
            <ac:picMk id="11" creationId="{8F09D601-9F1A-6E46-08F5-C4792F764967}"/>
          </ac:picMkLst>
        </pc:picChg>
        <pc:cxnChg chg="add mod">
          <ac:chgData name="tamreen ahmed" userId="60ee0dd448ec2850" providerId="LiveId" clId="{3B0F40D5-19A4-4DB3-900C-2C2DDBF3E83A}" dt="2024-01-23T13:44:00.762" v="1094" actId="1076"/>
          <ac:cxnSpMkLst>
            <pc:docMk/>
            <pc:sldMk cId="3997667706" sldId="264"/>
            <ac:cxnSpMk id="13" creationId="{A81B0631-67BA-023A-FA3A-152B5C10C7AE}"/>
          </ac:cxnSpMkLst>
        </pc:cxnChg>
        <pc:cxnChg chg="del mod">
          <ac:chgData name="tamreen ahmed" userId="60ee0dd448ec2850" providerId="LiveId" clId="{3B0F40D5-19A4-4DB3-900C-2C2DDBF3E83A}" dt="2024-01-23T13:00:08.236" v="231" actId="478"/>
          <ac:cxnSpMkLst>
            <pc:docMk/>
            <pc:sldMk cId="3997667706" sldId="264"/>
            <ac:cxnSpMk id="14" creationId="{21933F8E-8AF8-6E90-926A-CE25711226BB}"/>
          </ac:cxnSpMkLst>
        </pc:cxnChg>
      </pc:sldChg>
      <pc:sldChg chg="addSp delSp modSp add mod">
        <pc:chgData name="tamreen ahmed" userId="60ee0dd448ec2850" providerId="LiveId" clId="{3B0F40D5-19A4-4DB3-900C-2C2DDBF3E83A}" dt="2024-01-23T13:56:58.832" v="1301" actId="1076"/>
        <pc:sldMkLst>
          <pc:docMk/>
          <pc:sldMk cId="54660525" sldId="265"/>
        </pc:sldMkLst>
        <pc:spChg chg="mod">
          <ac:chgData name="tamreen ahmed" userId="60ee0dd448ec2850" providerId="LiveId" clId="{3B0F40D5-19A4-4DB3-900C-2C2DDBF3E83A}" dt="2024-01-23T13:44:47.329" v="1110" actId="1076"/>
          <ac:spMkLst>
            <pc:docMk/>
            <pc:sldMk cId="54660525" sldId="265"/>
            <ac:spMk id="2" creationId="{DEFA7C43-167D-7D84-7AE5-7FCCC6EBCCC7}"/>
          </ac:spMkLst>
        </pc:spChg>
        <pc:spChg chg="mod ord">
          <ac:chgData name="tamreen ahmed" userId="60ee0dd448ec2850" providerId="LiveId" clId="{3B0F40D5-19A4-4DB3-900C-2C2DDBF3E83A}" dt="2024-01-23T13:45:02.993" v="1124" actId="20577"/>
          <ac:spMkLst>
            <pc:docMk/>
            <pc:sldMk cId="54660525" sldId="265"/>
            <ac:spMk id="9" creationId="{5123311E-A8E1-5A4A-99A2-B6ED89FF150A}"/>
          </ac:spMkLst>
        </pc:spChg>
        <pc:spChg chg="del mod ord">
          <ac:chgData name="tamreen ahmed" userId="60ee0dd448ec2850" providerId="LiveId" clId="{3B0F40D5-19A4-4DB3-900C-2C2DDBF3E83A}" dt="2024-01-23T13:10:02.355" v="688" actId="478"/>
          <ac:spMkLst>
            <pc:docMk/>
            <pc:sldMk cId="54660525" sldId="265"/>
            <ac:spMk id="12" creationId="{1DA0B542-A327-D19F-9625-9A84D4437DEF}"/>
          </ac:spMkLst>
        </pc:spChg>
        <pc:spChg chg="add mod">
          <ac:chgData name="tamreen ahmed" userId="60ee0dd448ec2850" providerId="LiveId" clId="{3B0F40D5-19A4-4DB3-900C-2C2DDBF3E83A}" dt="2024-01-23T13:44:43.527" v="1109" actId="13822"/>
          <ac:spMkLst>
            <pc:docMk/>
            <pc:sldMk cId="54660525" sldId="265"/>
            <ac:spMk id="13" creationId="{E276CBB2-42A3-8336-3A25-311A555099C6}"/>
          </ac:spMkLst>
        </pc:spChg>
        <pc:spChg chg="add mod">
          <ac:chgData name="tamreen ahmed" userId="60ee0dd448ec2850" providerId="LiveId" clId="{3B0F40D5-19A4-4DB3-900C-2C2DDBF3E83A}" dt="2024-01-23T13:56:58.832" v="1301" actId="1076"/>
          <ac:spMkLst>
            <pc:docMk/>
            <pc:sldMk cId="54660525" sldId="265"/>
            <ac:spMk id="14" creationId="{CE10C06C-0EDE-FEBF-2CF4-198C672707F8}"/>
          </ac:spMkLst>
        </pc:spChg>
        <pc:picChg chg="del">
          <ac:chgData name="tamreen ahmed" userId="60ee0dd448ec2850" providerId="LiveId" clId="{3B0F40D5-19A4-4DB3-900C-2C2DDBF3E83A}" dt="2024-01-23T13:07:23.103" v="676" actId="478"/>
          <ac:picMkLst>
            <pc:docMk/>
            <pc:sldMk cId="54660525" sldId="265"/>
            <ac:picMk id="4" creationId="{62B64406-13B4-0068-AC3E-EB54792190A2}"/>
          </ac:picMkLst>
        </pc:picChg>
        <pc:picChg chg="add del mod ord">
          <ac:chgData name="tamreen ahmed" userId="60ee0dd448ec2850" providerId="LiveId" clId="{3B0F40D5-19A4-4DB3-900C-2C2DDBF3E83A}" dt="2024-01-23T13:10:26.793" v="691" actId="478"/>
          <ac:picMkLst>
            <pc:docMk/>
            <pc:sldMk cId="54660525" sldId="265"/>
            <ac:picMk id="5" creationId="{5ADB7A48-E064-A088-57B8-1B276AB7AD99}"/>
          </ac:picMkLst>
        </pc:picChg>
        <pc:picChg chg="del">
          <ac:chgData name="tamreen ahmed" userId="60ee0dd448ec2850" providerId="LiveId" clId="{3B0F40D5-19A4-4DB3-900C-2C2DDBF3E83A}" dt="2024-01-23T13:07:18.955" v="674" actId="478"/>
          <ac:picMkLst>
            <pc:docMk/>
            <pc:sldMk cId="54660525" sldId="265"/>
            <ac:picMk id="7" creationId="{02885D00-C081-C4D2-4E97-6B8A8DB96C5D}"/>
          </ac:picMkLst>
        </pc:picChg>
        <pc:picChg chg="add mod">
          <ac:chgData name="tamreen ahmed" userId="60ee0dd448ec2850" providerId="LiveId" clId="{3B0F40D5-19A4-4DB3-900C-2C2DDBF3E83A}" dt="2024-01-23T13:12:02.916" v="805" actId="1076"/>
          <ac:picMkLst>
            <pc:docMk/>
            <pc:sldMk cId="54660525" sldId="265"/>
            <ac:picMk id="8" creationId="{ADE92C47-0B73-0975-5B22-145C5A56785B}"/>
          </ac:picMkLst>
        </pc:picChg>
        <pc:picChg chg="add mod">
          <ac:chgData name="tamreen ahmed" userId="60ee0dd448ec2850" providerId="LiveId" clId="{3B0F40D5-19A4-4DB3-900C-2C2DDBF3E83A}" dt="2024-01-23T13:12:06.615" v="807" actId="1076"/>
          <ac:picMkLst>
            <pc:docMk/>
            <pc:sldMk cId="54660525" sldId="265"/>
            <ac:picMk id="11" creationId="{460B178A-FEFA-706E-C366-6DCC57D25348}"/>
          </ac:picMkLst>
        </pc:picChg>
      </pc:sldChg>
      <pc:sldChg chg="modSp add del mod">
        <pc:chgData name="tamreen ahmed" userId="60ee0dd448ec2850" providerId="LiveId" clId="{3B0F40D5-19A4-4DB3-900C-2C2DDBF3E83A}" dt="2024-01-23T13:31:32.983" v="925" actId="47"/>
        <pc:sldMkLst>
          <pc:docMk/>
          <pc:sldMk cId="932922371" sldId="266"/>
        </pc:sldMkLst>
        <pc:spChg chg="mod">
          <ac:chgData name="tamreen ahmed" userId="60ee0dd448ec2850" providerId="LiveId" clId="{3B0F40D5-19A4-4DB3-900C-2C2DDBF3E83A}" dt="2024-01-23T13:29:14.351" v="924" actId="20577"/>
          <ac:spMkLst>
            <pc:docMk/>
            <pc:sldMk cId="932922371" sldId="266"/>
            <ac:spMk id="2" creationId="{2A1A6C34-AD94-23AB-6C68-C89FB6D0359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17B1A5-3394-44B5-B80D-8AAE58721676}"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2FB44180-9CF0-459C-AF90-02B638B7F497}">
      <dgm:prSet/>
      <dgm:spPr/>
      <dgm:t>
        <a:bodyPr/>
        <a:lstStyle/>
        <a:p>
          <a:r>
            <a:rPr lang="en-US" dirty="0"/>
            <a:t>When you clone a repository using Git, you will obtain the complete repository, including all files, branches, This process is typically performed only once, at the beginning of your engagement with a project. </a:t>
          </a:r>
        </a:p>
      </dgm:t>
    </dgm:pt>
    <dgm:pt modelId="{C5A39AF1-14AF-4C52-AD5B-59035F90A9A0}" type="sibTrans" cxnId="{B3CA0BDB-301F-4B07-BDCF-E1915510DEE6}">
      <dgm:prSet phldrT="03"/>
      <dgm:spPr/>
      <dgm:t>
        <a:bodyPr/>
        <a:lstStyle/>
        <a:p>
          <a:r>
            <a:rPr lang="en-US" dirty="0"/>
            <a:t>01</a:t>
          </a:r>
        </a:p>
      </dgm:t>
    </dgm:pt>
    <dgm:pt modelId="{3D8BDA59-6FDF-4363-8E9C-9BDF5AE27556}" type="parTrans" cxnId="{B3CA0BDB-301F-4B07-BDCF-E1915510DEE6}">
      <dgm:prSet/>
      <dgm:spPr/>
      <dgm:t>
        <a:bodyPr/>
        <a:lstStyle/>
        <a:p>
          <a:endParaRPr lang="en-US"/>
        </a:p>
      </dgm:t>
    </dgm:pt>
    <dgm:pt modelId="{F667F377-C2E4-44B0-9E68-FA21F0996F36}">
      <dgm:prSet/>
      <dgm:spPr/>
      <dgm:t>
        <a:bodyPr/>
        <a:lstStyle/>
        <a:p>
          <a:r>
            <a:rPr lang="en-US" dirty="0"/>
            <a:t>Having access to the entire repository offers the advantage of increased flexibility in your work. You are not limited in which files you can work on, enabling you to confidently make changes on a feature branch.</a:t>
          </a:r>
          <a:endParaRPr lang="en-AE" dirty="0"/>
        </a:p>
      </dgm:t>
    </dgm:pt>
    <dgm:pt modelId="{2EC4F8A5-64A7-4BAE-9DDE-CE8AE288D55E}" type="parTrans" cxnId="{757F72C6-9E76-4780-9BCB-F8F9FF10749C}">
      <dgm:prSet/>
      <dgm:spPr/>
      <dgm:t>
        <a:bodyPr/>
        <a:lstStyle/>
        <a:p>
          <a:endParaRPr lang="en-AE"/>
        </a:p>
      </dgm:t>
    </dgm:pt>
    <dgm:pt modelId="{A3E116A6-3826-4C40-A12C-17D26451C67B}" type="sibTrans" cxnId="{757F72C6-9E76-4780-9BCB-F8F9FF10749C}">
      <dgm:prSet/>
      <dgm:spPr/>
      <dgm:t>
        <a:bodyPr/>
        <a:lstStyle/>
        <a:p>
          <a:endParaRPr lang="en-AE"/>
        </a:p>
      </dgm:t>
    </dgm:pt>
    <dgm:pt modelId="{9C82A277-6E53-43B1-9484-48C9BBC05D7B}" type="pres">
      <dgm:prSet presAssocID="{4217B1A5-3394-44B5-B80D-8AAE58721676}" presName="Name0" presStyleCnt="0">
        <dgm:presLayoutVars>
          <dgm:animLvl val="lvl"/>
          <dgm:resizeHandles val="exact"/>
        </dgm:presLayoutVars>
      </dgm:prSet>
      <dgm:spPr/>
    </dgm:pt>
    <dgm:pt modelId="{47351B31-C923-441F-80C3-ED38141518BC}" type="pres">
      <dgm:prSet presAssocID="{2FB44180-9CF0-459C-AF90-02B638B7F497}" presName="compositeNode" presStyleCnt="0">
        <dgm:presLayoutVars>
          <dgm:bulletEnabled val="1"/>
        </dgm:presLayoutVars>
      </dgm:prSet>
      <dgm:spPr/>
    </dgm:pt>
    <dgm:pt modelId="{1FA3F272-B425-4698-B8C0-F41AA5F56AA9}" type="pres">
      <dgm:prSet presAssocID="{2FB44180-9CF0-459C-AF90-02B638B7F497}" presName="bgRect" presStyleLbl="alignNode1" presStyleIdx="0" presStyleCnt="2"/>
      <dgm:spPr/>
    </dgm:pt>
    <dgm:pt modelId="{509DEE15-D54F-413E-A54F-8E9BF1CC97F2}" type="pres">
      <dgm:prSet presAssocID="{C5A39AF1-14AF-4C52-AD5B-59035F90A9A0}" presName="sibTransNodeRect" presStyleLbl="alignNode1" presStyleIdx="0" presStyleCnt="2">
        <dgm:presLayoutVars>
          <dgm:chMax val="0"/>
          <dgm:bulletEnabled val="1"/>
        </dgm:presLayoutVars>
      </dgm:prSet>
      <dgm:spPr/>
    </dgm:pt>
    <dgm:pt modelId="{CBD1189A-098A-4CD4-91E6-0F5C885FE323}" type="pres">
      <dgm:prSet presAssocID="{2FB44180-9CF0-459C-AF90-02B638B7F497}" presName="nodeRect" presStyleLbl="alignNode1" presStyleIdx="0" presStyleCnt="2">
        <dgm:presLayoutVars>
          <dgm:bulletEnabled val="1"/>
        </dgm:presLayoutVars>
      </dgm:prSet>
      <dgm:spPr/>
    </dgm:pt>
    <dgm:pt modelId="{9ECD5265-D41C-4244-A509-E0952F5019A4}" type="pres">
      <dgm:prSet presAssocID="{C5A39AF1-14AF-4C52-AD5B-59035F90A9A0}" presName="sibTrans" presStyleCnt="0"/>
      <dgm:spPr/>
    </dgm:pt>
    <dgm:pt modelId="{70446897-05F3-409C-ADA6-ED9D8FE2DE6E}" type="pres">
      <dgm:prSet presAssocID="{F667F377-C2E4-44B0-9E68-FA21F0996F36}" presName="compositeNode" presStyleCnt="0">
        <dgm:presLayoutVars>
          <dgm:bulletEnabled val="1"/>
        </dgm:presLayoutVars>
      </dgm:prSet>
      <dgm:spPr/>
    </dgm:pt>
    <dgm:pt modelId="{D073D033-E83A-43FA-B18E-1CE43637CDD8}" type="pres">
      <dgm:prSet presAssocID="{F667F377-C2E4-44B0-9E68-FA21F0996F36}" presName="bgRect" presStyleLbl="alignNode1" presStyleIdx="1" presStyleCnt="2"/>
      <dgm:spPr/>
    </dgm:pt>
    <dgm:pt modelId="{60A1F165-7FF6-4F45-9A2E-3F26F6D28D53}" type="pres">
      <dgm:prSet presAssocID="{A3E116A6-3826-4C40-A12C-17D26451C67B}" presName="sibTransNodeRect" presStyleLbl="alignNode1" presStyleIdx="1" presStyleCnt="2">
        <dgm:presLayoutVars>
          <dgm:chMax val="0"/>
          <dgm:bulletEnabled val="1"/>
        </dgm:presLayoutVars>
      </dgm:prSet>
      <dgm:spPr/>
    </dgm:pt>
    <dgm:pt modelId="{CB1BAEEF-3EDA-479C-BE62-07DBCC0976A7}" type="pres">
      <dgm:prSet presAssocID="{F667F377-C2E4-44B0-9E68-FA21F0996F36}" presName="nodeRect" presStyleLbl="alignNode1" presStyleIdx="1" presStyleCnt="2">
        <dgm:presLayoutVars>
          <dgm:bulletEnabled val="1"/>
        </dgm:presLayoutVars>
      </dgm:prSet>
      <dgm:spPr/>
    </dgm:pt>
  </dgm:ptLst>
  <dgm:cxnLst>
    <dgm:cxn modelId="{9A0EB55C-DB6E-4BF2-AAD7-E57185ACEE54}" type="presOf" srcId="{A3E116A6-3826-4C40-A12C-17D26451C67B}" destId="{60A1F165-7FF6-4F45-9A2E-3F26F6D28D53}" srcOrd="0" destOrd="0" presId="urn:microsoft.com/office/officeart/2016/7/layout/LinearBlockProcessNumbered"/>
    <dgm:cxn modelId="{6B3A1F5F-3CB7-4E96-A2D4-C78FC4CC5646}" type="presOf" srcId="{2FB44180-9CF0-459C-AF90-02B638B7F497}" destId="{1FA3F272-B425-4698-B8C0-F41AA5F56AA9}" srcOrd="0" destOrd="0" presId="urn:microsoft.com/office/officeart/2016/7/layout/LinearBlockProcessNumbered"/>
    <dgm:cxn modelId="{CA1B0459-25EB-471E-BF9B-D42CF9724900}" type="presOf" srcId="{C5A39AF1-14AF-4C52-AD5B-59035F90A9A0}" destId="{509DEE15-D54F-413E-A54F-8E9BF1CC97F2}" srcOrd="0" destOrd="0" presId="urn:microsoft.com/office/officeart/2016/7/layout/LinearBlockProcessNumbered"/>
    <dgm:cxn modelId="{0F676788-CF16-48E9-9B09-8EC80B0B59FC}" type="presOf" srcId="{4217B1A5-3394-44B5-B80D-8AAE58721676}" destId="{9C82A277-6E53-43B1-9484-48C9BBC05D7B}" srcOrd="0" destOrd="0" presId="urn:microsoft.com/office/officeart/2016/7/layout/LinearBlockProcessNumbered"/>
    <dgm:cxn modelId="{757F72C6-9E76-4780-9BCB-F8F9FF10749C}" srcId="{4217B1A5-3394-44B5-B80D-8AAE58721676}" destId="{F667F377-C2E4-44B0-9E68-FA21F0996F36}" srcOrd="1" destOrd="0" parTransId="{2EC4F8A5-64A7-4BAE-9DDE-CE8AE288D55E}" sibTransId="{A3E116A6-3826-4C40-A12C-17D26451C67B}"/>
    <dgm:cxn modelId="{651F98C9-2DF5-4306-8D0A-1792F81100F2}" type="presOf" srcId="{F667F377-C2E4-44B0-9E68-FA21F0996F36}" destId="{D073D033-E83A-43FA-B18E-1CE43637CDD8}" srcOrd="0" destOrd="0" presId="urn:microsoft.com/office/officeart/2016/7/layout/LinearBlockProcessNumbered"/>
    <dgm:cxn modelId="{B3CA0BDB-301F-4B07-BDCF-E1915510DEE6}" srcId="{4217B1A5-3394-44B5-B80D-8AAE58721676}" destId="{2FB44180-9CF0-459C-AF90-02B638B7F497}" srcOrd="0" destOrd="0" parTransId="{3D8BDA59-6FDF-4363-8E9C-9BDF5AE27556}" sibTransId="{C5A39AF1-14AF-4C52-AD5B-59035F90A9A0}"/>
    <dgm:cxn modelId="{5A4814E2-9FD3-457F-A5A0-B30C488045DF}" type="presOf" srcId="{2FB44180-9CF0-459C-AF90-02B638B7F497}" destId="{CBD1189A-098A-4CD4-91E6-0F5C885FE323}" srcOrd="1" destOrd="0" presId="urn:microsoft.com/office/officeart/2016/7/layout/LinearBlockProcessNumbered"/>
    <dgm:cxn modelId="{F1EF66FF-0673-44E7-8703-7A271ACC0C7E}" type="presOf" srcId="{F667F377-C2E4-44B0-9E68-FA21F0996F36}" destId="{CB1BAEEF-3EDA-479C-BE62-07DBCC0976A7}" srcOrd="1" destOrd="0" presId="urn:microsoft.com/office/officeart/2016/7/layout/LinearBlockProcessNumbered"/>
    <dgm:cxn modelId="{5F61D006-53AE-4F1C-8003-1F335D93508C}" type="presParOf" srcId="{9C82A277-6E53-43B1-9484-48C9BBC05D7B}" destId="{47351B31-C923-441F-80C3-ED38141518BC}" srcOrd="0" destOrd="0" presId="urn:microsoft.com/office/officeart/2016/7/layout/LinearBlockProcessNumbered"/>
    <dgm:cxn modelId="{3D6273CB-6652-4DF0-BAE0-142FDA7C03D3}" type="presParOf" srcId="{47351B31-C923-441F-80C3-ED38141518BC}" destId="{1FA3F272-B425-4698-B8C0-F41AA5F56AA9}" srcOrd="0" destOrd="0" presId="urn:microsoft.com/office/officeart/2016/7/layout/LinearBlockProcessNumbered"/>
    <dgm:cxn modelId="{629ED0F8-61DC-43F4-83A3-B39603B52A56}" type="presParOf" srcId="{47351B31-C923-441F-80C3-ED38141518BC}" destId="{509DEE15-D54F-413E-A54F-8E9BF1CC97F2}" srcOrd="1" destOrd="0" presId="urn:microsoft.com/office/officeart/2016/7/layout/LinearBlockProcessNumbered"/>
    <dgm:cxn modelId="{6B86D2CA-B22D-45C4-9D3F-E9ED45B719C9}" type="presParOf" srcId="{47351B31-C923-441F-80C3-ED38141518BC}" destId="{CBD1189A-098A-4CD4-91E6-0F5C885FE323}" srcOrd="2" destOrd="0" presId="urn:microsoft.com/office/officeart/2016/7/layout/LinearBlockProcessNumbered"/>
    <dgm:cxn modelId="{E72179E4-175A-44E7-A380-B942BBFA6866}" type="presParOf" srcId="{9C82A277-6E53-43B1-9484-48C9BBC05D7B}" destId="{9ECD5265-D41C-4244-A509-E0952F5019A4}" srcOrd="1" destOrd="0" presId="urn:microsoft.com/office/officeart/2016/7/layout/LinearBlockProcessNumbered"/>
    <dgm:cxn modelId="{4568F77A-A36E-414A-99AE-C0C67D4C2499}" type="presParOf" srcId="{9C82A277-6E53-43B1-9484-48C9BBC05D7B}" destId="{70446897-05F3-409C-ADA6-ED9D8FE2DE6E}" srcOrd="2" destOrd="0" presId="urn:microsoft.com/office/officeart/2016/7/layout/LinearBlockProcessNumbered"/>
    <dgm:cxn modelId="{3465E752-B1D6-4B0D-B687-2C31027977F4}" type="presParOf" srcId="{70446897-05F3-409C-ADA6-ED9D8FE2DE6E}" destId="{D073D033-E83A-43FA-B18E-1CE43637CDD8}" srcOrd="0" destOrd="0" presId="urn:microsoft.com/office/officeart/2016/7/layout/LinearBlockProcessNumbered"/>
    <dgm:cxn modelId="{6754394B-77D4-4C91-87ED-036B56D8B452}" type="presParOf" srcId="{70446897-05F3-409C-ADA6-ED9D8FE2DE6E}" destId="{60A1F165-7FF6-4F45-9A2E-3F26F6D28D53}" srcOrd="1" destOrd="0" presId="urn:microsoft.com/office/officeart/2016/7/layout/LinearBlockProcessNumbered"/>
    <dgm:cxn modelId="{12016DDF-F2F4-418D-BBF6-EBF7C785D8C7}" type="presParOf" srcId="{70446897-05F3-409C-ADA6-ED9D8FE2DE6E}" destId="{CB1BAEEF-3EDA-479C-BE62-07DBCC0976A7}"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A3F272-B425-4698-B8C0-F41AA5F56AA9}">
      <dsp:nvSpPr>
        <dsp:cNvPr id="0" name=""/>
        <dsp:cNvSpPr/>
      </dsp:nvSpPr>
      <dsp:spPr>
        <a:xfrm>
          <a:off x="2786" y="0"/>
          <a:ext cx="4284616" cy="3468084"/>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225" tIns="0" rIns="423225" bIns="330200" numCol="1" spcCol="1270" anchor="t" anchorCtr="0">
          <a:noAutofit/>
        </a:bodyPr>
        <a:lstStyle/>
        <a:p>
          <a:pPr marL="0" lvl="0" indent="0" algn="l" defTabSz="844550">
            <a:lnSpc>
              <a:spcPct val="90000"/>
            </a:lnSpc>
            <a:spcBef>
              <a:spcPct val="0"/>
            </a:spcBef>
            <a:spcAft>
              <a:spcPct val="35000"/>
            </a:spcAft>
            <a:buNone/>
          </a:pPr>
          <a:r>
            <a:rPr lang="en-US" sz="1900" kern="1200" dirty="0"/>
            <a:t>When you clone a repository using Git, you will obtain the complete repository, including all files, branches, This process is typically performed only once, at the beginning of your engagement with a project. </a:t>
          </a:r>
        </a:p>
      </dsp:txBody>
      <dsp:txXfrm>
        <a:off x="2786" y="1387233"/>
        <a:ext cx="4284616" cy="2080850"/>
      </dsp:txXfrm>
    </dsp:sp>
    <dsp:sp modelId="{509DEE15-D54F-413E-A54F-8E9BF1CC97F2}">
      <dsp:nvSpPr>
        <dsp:cNvPr id="0" name=""/>
        <dsp:cNvSpPr/>
      </dsp:nvSpPr>
      <dsp:spPr>
        <a:xfrm>
          <a:off x="2786" y="0"/>
          <a:ext cx="4284616" cy="138723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23225" tIns="165100" rIns="423225" bIns="165100" numCol="1" spcCol="1270" anchor="ctr" anchorCtr="0">
          <a:noAutofit/>
        </a:bodyPr>
        <a:lstStyle/>
        <a:p>
          <a:pPr marL="0" lvl="0" indent="0" algn="l" defTabSz="2933700">
            <a:lnSpc>
              <a:spcPct val="90000"/>
            </a:lnSpc>
            <a:spcBef>
              <a:spcPct val="0"/>
            </a:spcBef>
            <a:spcAft>
              <a:spcPct val="35000"/>
            </a:spcAft>
            <a:buNone/>
          </a:pPr>
          <a:r>
            <a:rPr lang="en-US" sz="6600" kern="1200" dirty="0"/>
            <a:t>01</a:t>
          </a:r>
        </a:p>
      </dsp:txBody>
      <dsp:txXfrm>
        <a:off x="2786" y="0"/>
        <a:ext cx="4284616" cy="1387233"/>
      </dsp:txXfrm>
    </dsp:sp>
    <dsp:sp modelId="{D073D033-E83A-43FA-B18E-1CE43637CDD8}">
      <dsp:nvSpPr>
        <dsp:cNvPr id="0" name=""/>
        <dsp:cNvSpPr/>
      </dsp:nvSpPr>
      <dsp:spPr>
        <a:xfrm>
          <a:off x="4630172" y="0"/>
          <a:ext cx="4284616" cy="3468084"/>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225" tIns="0" rIns="423225" bIns="330200" numCol="1" spcCol="1270" anchor="t" anchorCtr="0">
          <a:noAutofit/>
        </a:bodyPr>
        <a:lstStyle/>
        <a:p>
          <a:pPr marL="0" lvl="0" indent="0" algn="l" defTabSz="844550">
            <a:lnSpc>
              <a:spcPct val="90000"/>
            </a:lnSpc>
            <a:spcBef>
              <a:spcPct val="0"/>
            </a:spcBef>
            <a:spcAft>
              <a:spcPct val="35000"/>
            </a:spcAft>
            <a:buNone/>
          </a:pPr>
          <a:r>
            <a:rPr lang="en-US" sz="1900" kern="1200" dirty="0"/>
            <a:t>Having access to the entire repository offers the advantage of increased flexibility in your work. You are not limited in which files you can work on, enabling you to confidently make changes on a feature branch.</a:t>
          </a:r>
          <a:endParaRPr lang="en-AE" sz="1900" kern="1200" dirty="0"/>
        </a:p>
      </dsp:txBody>
      <dsp:txXfrm>
        <a:off x="4630172" y="1387233"/>
        <a:ext cx="4284616" cy="2080850"/>
      </dsp:txXfrm>
    </dsp:sp>
    <dsp:sp modelId="{60A1F165-7FF6-4F45-9A2E-3F26F6D28D53}">
      <dsp:nvSpPr>
        <dsp:cNvPr id="0" name=""/>
        <dsp:cNvSpPr/>
      </dsp:nvSpPr>
      <dsp:spPr>
        <a:xfrm>
          <a:off x="4630172" y="0"/>
          <a:ext cx="4284616" cy="138723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423225" tIns="165100" rIns="423225" bIns="165100" numCol="1" spcCol="1270" anchor="ctr" anchorCtr="0">
          <a:noAutofit/>
        </a:bodyPr>
        <a:lstStyle/>
        <a:p>
          <a:pPr marL="0" lvl="0" indent="0" algn="l" defTabSz="2933700">
            <a:lnSpc>
              <a:spcPct val="90000"/>
            </a:lnSpc>
            <a:spcBef>
              <a:spcPct val="0"/>
            </a:spcBef>
            <a:spcAft>
              <a:spcPct val="35000"/>
            </a:spcAft>
            <a:buNone/>
          </a:pPr>
          <a:endParaRPr lang="en-AE" sz="6600" kern="1200"/>
        </a:p>
      </dsp:txBody>
      <dsp:txXfrm>
        <a:off x="4630172" y="0"/>
        <a:ext cx="4284616" cy="1387233"/>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8002-315D-49B1-B10F-137139C4BF9E}"/>
              </a:ext>
            </a:extLst>
          </p:cNvPr>
          <p:cNvSpPr>
            <a:spLocks noGrp="1"/>
          </p:cNvSpPr>
          <p:nvPr>
            <p:ph type="ctrTitle"/>
          </p:nvPr>
        </p:nvSpPr>
        <p:spPr>
          <a:xfrm>
            <a:off x="854896" y="1122363"/>
            <a:ext cx="7276733" cy="3381398"/>
          </a:xfrm>
        </p:spPr>
        <p:txBody>
          <a:bodyPr anchor="b">
            <a:normAutofit/>
          </a:bodyPr>
          <a:lstStyle>
            <a:lvl1pPr algn="l">
              <a:defRPr sz="4800" cap="none" spc="0" baseline="0"/>
            </a:lvl1pPr>
          </a:lstStyle>
          <a:p>
            <a:r>
              <a:rPr lang="en-US" dirty="0"/>
              <a:t>Click to edit Master title style</a:t>
            </a:r>
          </a:p>
        </p:txBody>
      </p:sp>
      <p:sp>
        <p:nvSpPr>
          <p:cNvPr id="3" name="Subtitle 2">
            <a:extLst>
              <a:ext uri="{FF2B5EF4-FFF2-40B4-BE49-F238E27FC236}">
                <a16:creationId xmlns:a16="http://schemas.microsoft.com/office/drawing/2014/main" id="{804535E0-4D9C-4DCA-8569-64503C5DC1D4}"/>
              </a:ext>
            </a:extLst>
          </p:cNvPr>
          <p:cNvSpPr>
            <a:spLocks noGrp="1"/>
          </p:cNvSpPr>
          <p:nvPr>
            <p:ph type="subTitle" idx="1"/>
          </p:nvPr>
        </p:nvSpPr>
        <p:spPr>
          <a:xfrm>
            <a:off x="854894" y="4612942"/>
            <a:ext cx="7276733" cy="1181683"/>
          </a:xfrm>
        </p:spPr>
        <p:txBody>
          <a:bodyPr>
            <a:normAutofit/>
          </a:bodyPr>
          <a:lstStyle>
            <a:lvl1pPr marL="0" indent="0" algn="l">
              <a:buNone/>
              <a:defRPr sz="18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283B68-70CF-4A98-948C-6EA4BD68D2BC}"/>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5" name="Footer Placeholder 4">
            <a:extLst>
              <a:ext uri="{FF2B5EF4-FFF2-40B4-BE49-F238E27FC236}">
                <a16:creationId xmlns:a16="http://schemas.microsoft.com/office/drawing/2014/main" id="{B3EC2EF9-7F83-4AD3-B3F6-B9D4618D6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1B751B-3464-41CD-B728-A72BB191E29F}"/>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766496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FD42-94A9-4345-AF38-7D562B5021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4C458-A63B-4032-B4EC-732DAC188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A855B5-7F2F-408B-800D-92CB34B99234}"/>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5" name="Footer Placeholder 4">
            <a:extLst>
              <a:ext uri="{FF2B5EF4-FFF2-40B4-BE49-F238E27FC236}">
                <a16:creationId xmlns:a16="http://schemas.microsoft.com/office/drawing/2014/main" id="{5C203412-EA6B-43CA-8B3A-F502587CB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6E9EE-F895-4ECE-B4B2-586D65ED8432}"/>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55473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8193F-AFAD-4A9A-B0EF-530DFB19D8DD}"/>
              </a:ext>
            </a:extLst>
          </p:cNvPr>
          <p:cNvSpPr>
            <a:spLocks noGrp="1"/>
          </p:cNvSpPr>
          <p:nvPr>
            <p:ph type="title"/>
          </p:nvPr>
        </p:nvSpPr>
        <p:spPr>
          <a:xfrm>
            <a:off x="831849" y="876299"/>
            <a:ext cx="7876722" cy="3713165"/>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EFD1BBE4-9FC1-4F89-B120-1C49D816FDB9}"/>
              </a:ext>
            </a:extLst>
          </p:cNvPr>
          <p:cNvSpPr>
            <a:spLocks noGrp="1"/>
          </p:cNvSpPr>
          <p:nvPr>
            <p:ph type="body" idx="1"/>
          </p:nvPr>
        </p:nvSpPr>
        <p:spPr>
          <a:xfrm>
            <a:off x="831850" y="4746170"/>
            <a:ext cx="6781301" cy="1048455"/>
          </a:xfrm>
        </p:spPr>
        <p:txBody>
          <a:bodyPr>
            <a:normAutofit/>
          </a:bodyPr>
          <a:lstStyle>
            <a:lvl1pPr marL="0" indent="0">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3530A6B-E3FD-4920-8128-C263CA1D65D1}"/>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5" name="Footer Placeholder 4">
            <a:extLst>
              <a:ext uri="{FF2B5EF4-FFF2-40B4-BE49-F238E27FC236}">
                <a16:creationId xmlns:a16="http://schemas.microsoft.com/office/drawing/2014/main" id="{8C166B85-0649-47DB-AD69-458D8F6009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25931-A293-42E9-BDF5-B2AE121D73AD}"/>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611219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5262B-ECD6-47BB-A6F1-92A6033E93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8B8779-51E9-44D1-9F7B-28F3C6D3C44D}"/>
              </a:ext>
            </a:extLst>
          </p:cNvPr>
          <p:cNvSpPr>
            <a:spLocks noGrp="1"/>
          </p:cNvSpPr>
          <p:nvPr>
            <p:ph sz="half" idx="1"/>
          </p:nvPr>
        </p:nvSpPr>
        <p:spPr>
          <a:xfrm>
            <a:off x="848474" y="2080517"/>
            <a:ext cx="4970124" cy="39773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E8BFB-5295-4C5E-9CB1-E276E9D0E51F}"/>
              </a:ext>
            </a:extLst>
          </p:cNvPr>
          <p:cNvSpPr>
            <a:spLocks noGrp="1"/>
          </p:cNvSpPr>
          <p:nvPr>
            <p:ph sz="half" idx="2"/>
          </p:nvPr>
        </p:nvSpPr>
        <p:spPr>
          <a:xfrm>
            <a:off x="6310899" y="2080517"/>
            <a:ext cx="4970124" cy="397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5E22BF-1819-4301-B699-EF5A2F4D9BC4}"/>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6" name="Footer Placeholder 5">
            <a:extLst>
              <a:ext uri="{FF2B5EF4-FFF2-40B4-BE49-F238E27FC236}">
                <a16:creationId xmlns:a16="http://schemas.microsoft.com/office/drawing/2014/main" id="{3600A2DF-39DE-49C3-A213-3E8423C7A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5D3A8-238B-4A68-A9F9-672D2F06070B}"/>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775524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D468-D010-4225-B024-DCEF543BCEB9}"/>
              </a:ext>
            </a:extLst>
          </p:cNvPr>
          <p:cNvSpPr>
            <a:spLocks noGrp="1"/>
          </p:cNvSpPr>
          <p:nvPr>
            <p:ph type="title"/>
          </p:nvPr>
        </p:nvSpPr>
        <p:spPr>
          <a:xfrm>
            <a:off x="839788" y="571955"/>
            <a:ext cx="10441236" cy="1398359"/>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73D60A0-FCAB-425A-9ECD-94CDE4F472C6}"/>
              </a:ext>
            </a:extLst>
          </p:cNvPr>
          <p:cNvSpPr>
            <a:spLocks noGrp="1"/>
          </p:cNvSpPr>
          <p:nvPr>
            <p:ph type="body" idx="1"/>
          </p:nvPr>
        </p:nvSpPr>
        <p:spPr>
          <a:xfrm>
            <a:off x="844926" y="1983242"/>
            <a:ext cx="5007110"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16F986B-07CB-4FB0-9419-2AAB318B8A10}"/>
              </a:ext>
            </a:extLst>
          </p:cNvPr>
          <p:cNvSpPr>
            <a:spLocks noGrp="1"/>
          </p:cNvSpPr>
          <p:nvPr>
            <p:ph sz="half" idx="2"/>
          </p:nvPr>
        </p:nvSpPr>
        <p:spPr>
          <a:xfrm>
            <a:off x="850063" y="2813959"/>
            <a:ext cx="5007110" cy="32439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DA9D784-7968-4E8B-B704-E42EE8F1872F}"/>
              </a:ext>
            </a:extLst>
          </p:cNvPr>
          <p:cNvSpPr>
            <a:spLocks noGrp="1"/>
          </p:cNvSpPr>
          <p:nvPr>
            <p:ph type="body" sz="quarter" idx="3"/>
          </p:nvPr>
        </p:nvSpPr>
        <p:spPr>
          <a:xfrm>
            <a:off x="6249255" y="1983242"/>
            <a:ext cx="5031769"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45754F-08D1-4593-988F-95F0ED1A017D}"/>
              </a:ext>
            </a:extLst>
          </p:cNvPr>
          <p:cNvSpPr>
            <a:spLocks noGrp="1"/>
          </p:cNvSpPr>
          <p:nvPr>
            <p:ph sz="quarter" idx="4"/>
          </p:nvPr>
        </p:nvSpPr>
        <p:spPr>
          <a:xfrm>
            <a:off x="6249255" y="2813959"/>
            <a:ext cx="5031769" cy="32439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FED2E61-83B4-4C8F-BBFE-D95920342A1B}"/>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8" name="Footer Placeholder 7">
            <a:extLst>
              <a:ext uri="{FF2B5EF4-FFF2-40B4-BE49-F238E27FC236}">
                <a16:creationId xmlns:a16="http://schemas.microsoft.com/office/drawing/2014/main" id="{5E80C136-A664-4013-8073-B0C6BDEF8C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AE9547-8EE7-461B-9E99-484B11E918A7}"/>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012241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2E667-0EFA-4EE6-8E4D-20805309A8A4}"/>
              </a:ext>
            </a:extLst>
          </p:cNvPr>
          <p:cNvSpPr>
            <a:spLocks noGrp="1"/>
          </p:cNvSpPr>
          <p:nvPr>
            <p:ph type="title"/>
          </p:nvPr>
        </p:nvSpPr>
        <p:spPr>
          <a:xfrm>
            <a:off x="849759" y="895440"/>
            <a:ext cx="10138451" cy="1832349"/>
          </a:xfrm>
        </p:spPr>
        <p:txBody>
          <a:bodyPr anchor="t">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27EE4825-BB8C-4567-B407-B4452409D7D8}"/>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4" name="Footer Placeholder 3">
            <a:extLst>
              <a:ext uri="{FF2B5EF4-FFF2-40B4-BE49-F238E27FC236}">
                <a16:creationId xmlns:a16="http://schemas.microsoft.com/office/drawing/2014/main" id="{70838892-25DB-4A4E-9D43-6058C45C53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C3DDDA-48EF-4B42-9980-4762AF5094E2}"/>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786044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EFA7D9-6801-4DD0-8D7D-505212F466BD}"/>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3" name="Footer Placeholder 2">
            <a:extLst>
              <a:ext uri="{FF2B5EF4-FFF2-40B4-BE49-F238E27FC236}">
                <a16:creationId xmlns:a16="http://schemas.microsoft.com/office/drawing/2014/main" id="{9E6FA3EA-1519-4178-AC3A-231A5BAA79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423DBE-6FD6-4D60-8336-7843B4BD30B0}"/>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354521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D9AE-CA1A-4751-9B33-0AC09CE629C8}"/>
              </a:ext>
            </a:extLst>
          </p:cNvPr>
          <p:cNvSpPr>
            <a:spLocks noGrp="1"/>
          </p:cNvSpPr>
          <p:nvPr>
            <p:ph type="title"/>
          </p:nvPr>
        </p:nvSpPr>
        <p:spPr>
          <a:xfrm>
            <a:off x="839789" y="996948"/>
            <a:ext cx="3046410" cy="1479551"/>
          </a:xfrm>
        </p:spPr>
        <p:txBody>
          <a:bodyPr anchor="t">
            <a:normAutofit/>
          </a:bodyPr>
          <a:lstStyle>
            <a:lvl1pPr>
              <a:lnSpc>
                <a:spcPct val="110000"/>
              </a:lnSpc>
              <a:defRPr sz="2400" cap="all" spc="4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E4DF9941-76E5-42B5-8464-C1A7010D94F0}"/>
              </a:ext>
            </a:extLst>
          </p:cNvPr>
          <p:cNvSpPr>
            <a:spLocks noGrp="1"/>
          </p:cNvSpPr>
          <p:nvPr>
            <p:ph idx="1"/>
          </p:nvPr>
        </p:nvSpPr>
        <p:spPr>
          <a:xfrm>
            <a:off x="5260796" y="876300"/>
            <a:ext cx="5758235" cy="5181599"/>
          </a:xfrm>
        </p:spPr>
        <p:txBody>
          <a:bodyPr>
            <a:normAutofit/>
          </a:bodyPr>
          <a:lstStyle>
            <a:lvl1pPr>
              <a:defRPr sz="3600"/>
            </a:lvl1pPr>
            <a:lvl2pPr>
              <a:defRPr sz="3200"/>
            </a:lvl2pPr>
            <a:lvl3pPr>
              <a:defRPr sz="2800"/>
            </a:lvl3pPr>
            <a:lvl4pPr>
              <a:defRPr sz="2400"/>
            </a:lvl4pPr>
            <a:lvl5pPr>
              <a:defRPr sz="2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4785D8-F112-415F-9AB4-5F2AC060D127}"/>
              </a:ext>
            </a:extLst>
          </p:cNvPr>
          <p:cNvSpPr>
            <a:spLocks noGrp="1"/>
          </p:cNvSpPr>
          <p:nvPr>
            <p:ph type="body" sz="half" idx="2"/>
          </p:nvPr>
        </p:nvSpPr>
        <p:spPr>
          <a:xfrm>
            <a:off x="839789" y="2666144"/>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670A0B3-4E9C-4FAC-B1D1-2673F7B5A10F}"/>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6" name="Footer Placeholder 5">
            <a:extLst>
              <a:ext uri="{FF2B5EF4-FFF2-40B4-BE49-F238E27FC236}">
                <a16:creationId xmlns:a16="http://schemas.microsoft.com/office/drawing/2014/main" id="{E1AA370A-33F5-48A6-962A-47C0F15D4C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AD606-A37D-4697-AA7A-EAE4F101A707}"/>
              </a:ext>
            </a:extLst>
          </p:cNvPr>
          <p:cNvSpPr>
            <a:spLocks noGrp="1"/>
          </p:cNvSpPr>
          <p:nvPr>
            <p:ph type="sldNum" sz="quarter" idx="12"/>
          </p:nvPr>
        </p:nvSpPr>
        <p:spPr/>
        <p:txBody>
          <a:bodyPr/>
          <a:lstStyle/>
          <a:p>
            <a:fld id="{57871EFB-7B9E-4E86-A89E-697E8EBB06F2}" type="slidenum">
              <a:rPr lang="en-US" smtClean="0"/>
              <a:t>‹#›</a:t>
            </a:fld>
            <a:endParaRPr lang="en-US"/>
          </a:p>
        </p:txBody>
      </p:sp>
      <p:cxnSp>
        <p:nvCxnSpPr>
          <p:cNvPr id="9" name="Straight Connector 8">
            <a:extLst>
              <a:ext uri="{FF2B5EF4-FFF2-40B4-BE49-F238E27FC236}">
                <a16:creationId xmlns:a16="http://schemas.microsoft.com/office/drawing/2014/main" id="{644E0B5E-1030-4A34-AB09-05ACB45CE993}"/>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589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21D4C-0A93-40A6-9645-5EF7DE6C5977}"/>
              </a:ext>
            </a:extLst>
          </p:cNvPr>
          <p:cNvSpPr>
            <a:spLocks noGrp="1"/>
          </p:cNvSpPr>
          <p:nvPr>
            <p:ph type="title"/>
          </p:nvPr>
        </p:nvSpPr>
        <p:spPr>
          <a:xfrm>
            <a:off x="839789" y="989314"/>
            <a:ext cx="3046409" cy="1487185"/>
          </a:xfrm>
        </p:spPr>
        <p:txBody>
          <a:bodyPr anchor="t">
            <a:normAutofit/>
          </a:bodyPr>
          <a:lstStyle>
            <a:lvl1pPr>
              <a:lnSpc>
                <a:spcPct val="110000"/>
              </a:lnSpc>
              <a:defRPr sz="2400" cap="all" spc="300" baseline="0"/>
            </a:lvl1pPr>
          </a:lstStyle>
          <a:p>
            <a:r>
              <a:rPr lang="en-US" dirty="0"/>
              <a:t>Click to edit Master title style</a:t>
            </a:r>
          </a:p>
        </p:txBody>
      </p:sp>
      <p:sp>
        <p:nvSpPr>
          <p:cNvPr id="3" name="Picture Placeholder 2">
            <a:extLst>
              <a:ext uri="{FF2B5EF4-FFF2-40B4-BE49-F238E27FC236}">
                <a16:creationId xmlns:a16="http://schemas.microsoft.com/office/drawing/2014/main" id="{222F9455-852F-4604-87D4-801E8D5DB502}"/>
              </a:ext>
            </a:extLst>
          </p:cNvPr>
          <p:cNvSpPr>
            <a:spLocks noGrp="1"/>
          </p:cNvSpPr>
          <p:nvPr>
            <p:ph type="pic" idx="1"/>
          </p:nvPr>
        </p:nvSpPr>
        <p:spPr>
          <a:xfrm>
            <a:off x="5334004" y="876300"/>
            <a:ext cx="5943596"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8842061-B161-4973-9EE4-76D0B73FC18C}"/>
              </a:ext>
            </a:extLst>
          </p:cNvPr>
          <p:cNvSpPr>
            <a:spLocks noGrp="1"/>
          </p:cNvSpPr>
          <p:nvPr>
            <p:ph type="body" sz="half" idx="2"/>
          </p:nvPr>
        </p:nvSpPr>
        <p:spPr>
          <a:xfrm>
            <a:off x="839789" y="2666143"/>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5DDCE2E0-050A-4BC2-91DF-7A00811D28EB}"/>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6" name="Footer Placeholder 5">
            <a:extLst>
              <a:ext uri="{FF2B5EF4-FFF2-40B4-BE49-F238E27FC236}">
                <a16:creationId xmlns:a16="http://schemas.microsoft.com/office/drawing/2014/main" id="{260AB003-B443-4B96-9DD9-4284E7E1ED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79DBA-16C0-4FFB-B367-B96169B4B005}"/>
              </a:ext>
            </a:extLst>
          </p:cNvPr>
          <p:cNvSpPr>
            <a:spLocks noGrp="1"/>
          </p:cNvSpPr>
          <p:nvPr>
            <p:ph type="sldNum" sz="quarter" idx="12"/>
          </p:nvPr>
        </p:nvSpPr>
        <p:spPr/>
        <p:txBody>
          <a:bodyPr/>
          <a:lstStyle/>
          <a:p>
            <a:fld id="{57871EFB-7B9E-4E86-A89E-697E8EBB06F2}" type="slidenum">
              <a:rPr lang="en-US" smtClean="0"/>
              <a:t>‹#›</a:t>
            </a:fld>
            <a:endParaRPr lang="en-US"/>
          </a:p>
        </p:txBody>
      </p:sp>
      <p:cxnSp>
        <p:nvCxnSpPr>
          <p:cNvPr id="13" name="Straight Connector 12">
            <a:extLst>
              <a:ext uri="{FF2B5EF4-FFF2-40B4-BE49-F238E27FC236}">
                <a16:creationId xmlns:a16="http://schemas.microsoft.com/office/drawing/2014/main" id="{C9F2BD78-1D6B-4742-9726-75646D91F4AC}"/>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605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5731-248B-49C2-93DE-8A3260C9FB3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46D4D5C5-3D5A-4F3D-8A08-7053DACF1F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9E5372-3FC6-4227-B2DD-6CB24E65178F}"/>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5" name="Footer Placeholder 4">
            <a:extLst>
              <a:ext uri="{FF2B5EF4-FFF2-40B4-BE49-F238E27FC236}">
                <a16:creationId xmlns:a16="http://schemas.microsoft.com/office/drawing/2014/main" id="{B7C1B1B1-B637-4E46-B64C-F082B54C20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5567AD-4B78-41F6-B814-726D4BD4CE50}"/>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767720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74D5E-67E6-4C23-B80A-0C66B53315EB}"/>
              </a:ext>
            </a:extLst>
          </p:cNvPr>
          <p:cNvSpPr>
            <a:spLocks noGrp="1"/>
          </p:cNvSpPr>
          <p:nvPr>
            <p:ph type="title" orient="vert"/>
          </p:nvPr>
        </p:nvSpPr>
        <p:spPr>
          <a:xfrm>
            <a:off x="8724900" y="876299"/>
            <a:ext cx="2628900" cy="5181601"/>
          </a:xfrm>
        </p:spPr>
        <p:txBody>
          <a:bodyPr vert="eaVert" anchor="b"/>
          <a:lstStyle/>
          <a:p>
            <a:r>
              <a:rPr lang="en-US" dirty="0"/>
              <a:t>Click to edit Master title style</a:t>
            </a:r>
          </a:p>
        </p:txBody>
      </p:sp>
      <p:sp>
        <p:nvSpPr>
          <p:cNvPr id="3" name="Vertical Text Placeholder 2">
            <a:extLst>
              <a:ext uri="{FF2B5EF4-FFF2-40B4-BE49-F238E27FC236}">
                <a16:creationId xmlns:a16="http://schemas.microsoft.com/office/drawing/2014/main" id="{42FEFF2A-08E8-447D-85C7-7D5A9C422C9D}"/>
              </a:ext>
            </a:extLst>
          </p:cNvPr>
          <p:cNvSpPr>
            <a:spLocks noGrp="1"/>
          </p:cNvSpPr>
          <p:nvPr>
            <p:ph type="body" orient="vert" idx="1"/>
          </p:nvPr>
        </p:nvSpPr>
        <p:spPr>
          <a:xfrm>
            <a:off x="838200" y="876299"/>
            <a:ext cx="7734300" cy="51816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D40030D-E580-4B0C-B5A8-2C8A094D9D8A}"/>
              </a:ext>
            </a:extLst>
          </p:cNvPr>
          <p:cNvSpPr>
            <a:spLocks noGrp="1"/>
          </p:cNvSpPr>
          <p:nvPr>
            <p:ph type="dt" sz="half" idx="10"/>
          </p:nvPr>
        </p:nvSpPr>
        <p:spPr/>
        <p:txBody>
          <a:bodyPr/>
          <a:lstStyle/>
          <a:p>
            <a:fld id="{326951E3-958F-4611-B170-D081BA0250F9}" type="datetimeFigureOut">
              <a:rPr lang="en-US" smtClean="0"/>
              <a:t>1/22/2024</a:t>
            </a:fld>
            <a:endParaRPr lang="en-US"/>
          </a:p>
        </p:txBody>
      </p:sp>
      <p:sp>
        <p:nvSpPr>
          <p:cNvPr id="5" name="Footer Placeholder 4">
            <a:extLst>
              <a:ext uri="{FF2B5EF4-FFF2-40B4-BE49-F238E27FC236}">
                <a16:creationId xmlns:a16="http://schemas.microsoft.com/office/drawing/2014/main" id="{4F2DCAEB-1B6E-492E-918E-47179AF48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E4A38-A745-436E-9E33-63B9F81C0917}"/>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506431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68348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775338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94071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8318254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246617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82325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013819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804167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713251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835161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8840536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00877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8CBCD-166B-4F97-A6DF-DAA3BF2B25A3}"/>
              </a:ext>
            </a:extLst>
          </p:cNvPr>
          <p:cNvSpPr>
            <a:spLocks noGrp="1"/>
          </p:cNvSpPr>
          <p:nvPr>
            <p:ph type="title"/>
          </p:nvPr>
        </p:nvSpPr>
        <p:spPr>
          <a:xfrm>
            <a:off x="849760" y="876302"/>
            <a:ext cx="10427840" cy="108605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0664D6D9-636D-450B-839A-22AE0CED2315}"/>
              </a:ext>
            </a:extLst>
          </p:cNvPr>
          <p:cNvSpPr>
            <a:spLocks noGrp="1"/>
          </p:cNvSpPr>
          <p:nvPr>
            <p:ph type="body" idx="1"/>
          </p:nvPr>
        </p:nvSpPr>
        <p:spPr>
          <a:xfrm>
            <a:off x="849758" y="2065984"/>
            <a:ext cx="10427841" cy="390329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E6CAEC-1EE5-4B71-9646-5C378EEBEFE8}"/>
              </a:ext>
            </a:extLst>
          </p:cNvPr>
          <p:cNvSpPr>
            <a:spLocks noGrp="1"/>
          </p:cNvSpPr>
          <p:nvPr>
            <p:ph type="dt" sz="half" idx="2"/>
          </p:nvPr>
        </p:nvSpPr>
        <p:spPr>
          <a:xfrm>
            <a:off x="7382838" y="6356350"/>
            <a:ext cx="3361362" cy="365125"/>
          </a:xfrm>
          <a:prstGeom prst="rect">
            <a:avLst/>
          </a:prstGeom>
        </p:spPr>
        <p:txBody>
          <a:bodyPr vert="horz" lIns="91440" tIns="45720" rIns="91440" bIns="45720" rtlCol="0" anchor="ctr"/>
          <a:lstStyle>
            <a:lvl1pPr algn="r">
              <a:defRPr sz="900">
                <a:solidFill>
                  <a:schemeClr val="tx2"/>
                </a:solidFill>
              </a:defRPr>
            </a:lvl1pPr>
          </a:lstStyle>
          <a:p>
            <a:fld id="{326951E3-958F-4611-B170-D081BA0250F9}" type="datetimeFigureOut">
              <a:rPr lang="en-US" smtClean="0"/>
              <a:pPr/>
              <a:t>1/22/2024</a:t>
            </a:fld>
            <a:endParaRPr lang="en-US" dirty="0"/>
          </a:p>
        </p:txBody>
      </p:sp>
      <p:sp>
        <p:nvSpPr>
          <p:cNvPr id="5" name="Footer Placeholder 4">
            <a:extLst>
              <a:ext uri="{FF2B5EF4-FFF2-40B4-BE49-F238E27FC236}">
                <a16:creationId xmlns:a16="http://schemas.microsoft.com/office/drawing/2014/main" id="{66570EF8-70B2-4AFC-8388-691A146AA75A}"/>
              </a:ext>
            </a:extLst>
          </p:cNvPr>
          <p:cNvSpPr>
            <a:spLocks noGrp="1"/>
          </p:cNvSpPr>
          <p:nvPr>
            <p:ph type="ftr" sz="quarter" idx="3"/>
          </p:nvPr>
        </p:nvSpPr>
        <p:spPr>
          <a:xfrm>
            <a:off x="858748" y="6356350"/>
            <a:ext cx="4114800" cy="365125"/>
          </a:xfrm>
          <a:prstGeom prst="rect">
            <a:avLst/>
          </a:prstGeom>
        </p:spPr>
        <p:txBody>
          <a:bodyPr vert="horz" lIns="91440" tIns="45720" rIns="91440" bIns="45720" rtlCol="0" anchor="ctr"/>
          <a:lstStyle>
            <a:lvl1pPr algn="l">
              <a:defRPr sz="900" cap="none" spc="0" baseline="0">
                <a:solidFill>
                  <a:schemeClr val="tx2"/>
                </a:solidFill>
              </a:defRPr>
            </a:lvl1pPr>
          </a:lstStyle>
          <a:p>
            <a:endParaRPr lang="en-US" dirty="0"/>
          </a:p>
        </p:txBody>
      </p:sp>
      <p:sp>
        <p:nvSpPr>
          <p:cNvPr id="6" name="Slide Number Placeholder 5">
            <a:extLst>
              <a:ext uri="{FF2B5EF4-FFF2-40B4-BE49-F238E27FC236}">
                <a16:creationId xmlns:a16="http://schemas.microsoft.com/office/drawing/2014/main" id="{52F07DC7-D05C-4038-B51A-F00B7B9C996A}"/>
              </a:ext>
            </a:extLst>
          </p:cNvPr>
          <p:cNvSpPr>
            <a:spLocks noGrp="1"/>
          </p:cNvSpPr>
          <p:nvPr>
            <p:ph type="sldNum" sz="quarter" idx="4"/>
          </p:nvPr>
        </p:nvSpPr>
        <p:spPr>
          <a:xfrm>
            <a:off x="10820400" y="6356350"/>
            <a:ext cx="617669" cy="365125"/>
          </a:xfrm>
          <a:prstGeom prst="rect">
            <a:avLst/>
          </a:prstGeom>
        </p:spPr>
        <p:txBody>
          <a:bodyPr vert="horz" lIns="91440" tIns="45720" rIns="91440" bIns="45720" rtlCol="0" anchor="ctr"/>
          <a:lstStyle>
            <a:lvl1pPr algn="r">
              <a:defRPr sz="900" i="1">
                <a:solidFill>
                  <a:schemeClr val="tx2"/>
                </a:solidFill>
              </a:defRPr>
            </a:lvl1pPr>
          </a:lstStyle>
          <a:p>
            <a:fld id="{57871EFB-7B9E-4E86-A89E-697E8EBB06F2}" type="slidenum">
              <a:rPr lang="en-US" smtClean="0"/>
              <a:pPr/>
              <a:t>‹#›</a:t>
            </a:fld>
            <a:endParaRPr lang="en-US" dirty="0"/>
          </a:p>
        </p:txBody>
      </p:sp>
      <p:cxnSp>
        <p:nvCxnSpPr>
          <p:cNvPr id="34" name="Straight Connector 33">
            <a:extLst>
              <a:ext uri="{FF2B5EF4-FFF2-40B4-BE49-F238E27FC236}">
                <a16:creationId xmlns:a16="http://schemas.microsoft.com/office/drawing/2014/main" id="{EAD4CCDA-06BF-4D2A-B44F-195AEC0B5B22}"/>
              </a:ext>
            </a:extLst>
          </p:cNvPr>
          <p:cNvCxnSpPr>
            <a:cxnSpLocks/>
          </p:cNvCxnSpPr>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0509414"/>
      </p:ext>
    </p:extLst>
  </p:cSld>
  <p:clrMap bg1="dk1" tx1="lt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SzPct val="70000"/>
        <a:buFont typeface="Arial" panose="020B0604020202020204" pitchFamily="34" charset="0"/>
        <a:buChar char="•"/>
        <a:defRPr sz="2000" kern="1200">
          <a:solidFill>
            <a:schemeClr val="tx2"/>
          </a:solidFill>
          <a:latin typeface="+mn-lt"/>
          <a:ea typeface="+mn-ea"/>
          <a:cs typeface="+mn-cs"/>
        </a:defRPr>
      </a:lvl1pPr>
      <a:lvl2pPr marL="274320" indent="0" algn="l" defTabSz="914400" rtl="0" eaLnBrk="1" latinLnBrk="0" hangingPunct="1">
        <a:lnSpc>
          <a:spcPct val="120000"/>
        </a:lnSpc>
        <a:spcBef>
          <a:spcPts val="500"/>
        </a:spcBef>
        <a:buSzPct val="70000"/>
        <a:buFontTx/>
        <a:buNone/>
        <a:defRPr sz="1800" i="1" kern="1200">
          <a:solidFill>
            <a:schemeClr val="tx2"/>
          </a:solidFill>
          <a:latin typeface="+mn-lt"/>
          <a:ea typeface="+mn-ea"/>
          <a:cs typeface="+mn-cs"/>
        </a:defRPr>
      </a:lvl2pPr>
      <a:lvl3pPr marL="502920" indent="-228600" algn="l" defTabSz="914400" rtl="0" eaLnBrk="1" latinLnBrk="0" hangingPunct="1">
        <a:lnSpc>
          <a:spcPct val="120000"/>
        </a:lnSpc>
        <a:spcBef>
          <a:spcPts val="500"/>
        </a:spcBef>
        <a:buSzPct val="70000"/>
        <a:buFont typeface="Arial" panose="020B0604020202020204" pitchFamily="34" charset="0"/>
        <a:buChar char="•"/>
        <a:defRPr sz="1800" kern="1200">
          <a:solidFill>
            <a:schemeClr val="tx2"/>
          </a:solidFill>
          <a:latin typeface="+mn-lt"/>
          <a:ea typeface="+mn-ea"/>
          <a:cs typeface="+mn-cs"/>
        </a:defRPr>
      </a:lvl3pPr>
      <a:lvl4pPr marL="548640" indent="0" algn="l" defTabSz="914400" rtl="0" eaLnBrk="1" latinLnBrk="0" hangingPunct="1">
        <a:lnSpc>
          <a:spcPct val="120000"/>
        </a:lnSpc>
        <a:spcBef>
          <a:spcPts val="500"/>
        </a:spcBef>
        <a:buSzPct val="70000"/>
        <a:buFont typeface="Arial" panose="020B0604020202020204" pitchFamily="34" charset="0"/>
        <a:buNone/>
        <a:defRPr sz="1600" i="1" kern="1200">
          <a:solidFill>
            <a:schemeClr val="tx2"/>
          </a:solidFill>
          <a:latin typeface="+mn-lt"/>
          <a:ea typeface="+mn-ea"/>
          <a:cs typeface="+mn-cs"/>
        </a:defRPr>
      </a:lvl4pPr>
      <a:lvl5pPr marL="822960" indent="-228600" algn="l" defTabSz="914400" rtl="0" eaLnBrk="1" latinLnBrk="0" hangingPunct="1">
        <a:lnSpc>
          <a:spcPct val="120000"/>
        </a:lnSpc>
        <a:spcBef>
          <a:spcPts val="500"/>
        </a:spcBef>
        <a:buSzPct val="7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827685228"/>
      </p:ext>
    </p:extLst>
  </p:cSld>
  <p:clrMap bg1="lt1" tx1="dk1" bg2="lt2" tx2="dk2" accent1="accent1" accent2="accent2" accent3="accent3" accent4="accent4" accent5="accent5" accent6="accent6" hlink="hlink" folHlink="folHlink"/>
  <p:sldLayoutIdLst>
    <p:sldLayoutId id="2147483672" r:id="rId1"/>
    <p:sldLayoutId id="2147483671" r:id="rId2"/>
    <p:sldLayoutId id="2147483670" r:id="rId3"/>
    <p:sldLayoutId id="2147483669" r:id="rId4"/>
    <p:sldLayoutId id="2147483668" r:id="rId5"/>
    <p:sldLayoutId id="2147483667" r:id="rId6"/>
    <p:sldLayoutId id="2147483666" r:id="rId7"/>
    <p:sldLayoutId id="2147483665" r:id="rId8"/>
    <p:sldLayoutId id="2147483664" r:id="rId9"/>
    <p:sldLayoutId id="2147483663" r:id="rId10"/>
    <p:sldLayoutId id="2147483661" r:id="rId11"/>
    <p:sldLayoutId id="2147483662"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EAD4CCDA-06BF-4D2A-B44F-195AEC0B5B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40" name="Rectangle 39">
            <a:extLst>
              <a:ext uri="{FF2B5EF4-FFF2-40B4-BE49-F238E27FC236}">
                <a16:creationId xmlns:a16="http://schemas.microsoft.com/office/drawing/2014/main" id="{95F6C49D-6EFC-4F5A-87F0-18CF52E74D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Computer script on a screen">
            <a:extLst>
              <a:ext uri="{FF2B5EF4-FFF2-40B4-BE49-F238E27FC236}">
                <a16:creationId xmlns:a16="http://schemas.microsoft.com/office/drawing/2014/main" id="{7FD582C1-A40C-A959-4687-A8CF158AF1AA}"/>
              </a:ext>
            </a:extLst>
          </p:cNvPr>
          <p:cNvPicPr>
            <a:picLocks noChangeAspect="1"/>
          </p:cNvPicPr>
          <p:nvPr/>
        </p:nvPicPr>
        <p:blipFill rotWithShape="1">
          <a:blip r:embed="rId2"/>
          <a:srcRect l="121" r="40545" b="-1"/>
          <a:stretch/>
        </p:blipFill>
        <p:spPr>
          <a:xfrm>
            <a:off x="1" y="10"/>
            <a:ext cx="6096000" cy="6857990"/>
          </a:xfrm>
          <a:prstGeom prst="rect">
            <a:avLst/>
          </a:prstGeom>
        </p:spPr>
      </p:pic>
      <p:sp>
        <p:nvSpPr>
          <p:cNvPr id="41" name="Freeform: Shape 40">
            <a:extLst>
              <a:ext uri="{FF2B5EF4-FFF2-40B4-BE49-F238E27FC236}">
                <a16:creationId xmlns:a16="http://schemas.microsoft.com/office/drawing/2014/main" id="{7DFF1406-B47A-4A4A-B1C2-DA1ECF5DC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8496" y="854115"/>
            <a:ext cx="4379010" cy="5197947"/>
          </a:xfrm>
          <a:custGeom>
            <a:avLst/>
            <a:gdLst>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2480538 h 5246128"/>
              <a:gd name="connsiteX4" fmla="*/ 4419600 w 4419600"/>
              <a:gd name="connsiteY4" fmla="*/ 4975131 h 5246128"/>
              <a:gd name="connsiteX5" fmla="*/ 4419600 w 4419600"/>
              <a:gd name="connsiteY5" fmla="*/ 5246128 h 5246128"/>
              <a:gd name="connsiteX6" fmla="*/ 0 w 4419600"/>
              <a:gd name="connsiteY6" fmla="*/ 5246128 h 5246128"/>
              <a:gd name="connsiteX7" fmla="*/ 0 w 4419600"/>
              <a:gd name="connsiteY7" fmla="*/ 4975131 h 5246128"/>
              <a:gd name="connsiteX8" fmla="*/ 0 w 4419600"/>
              <a:gd name="connsiteY8" fmla="*/ 2480538 h 5246128"/>
              <a:gd name="connsiteX9" fmla="*/ 0 w 4419600"/>
              <a:gd name="connsiteY9" fmla="*/ 2209541 h 5246128"/>
              <a:gd name="connsiteX10" fmla="*/ 2209538 w 4419600"/>
              <a:gd name="connsiteY10"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4975131 h 5246128"/>
              <a:gd name="connsiteX4" fmla="*/ 4419600 w 4419600"/>
              <a:gd name="connsiteY4" fmla="*/ 5246128 h 5246128"/>
              <a:gd name="connsiteX5" fmla="*/ 0 w 4419600"/>
              <a:gd name="connsiteY5" fmla="*/ 5246128 h 5246128"/>
              <a:gd name="connsiteX6" fmla="*/ 0 w 4419600"/>
              <a:gd name="connsiteY6" fmla="*/ 4975131 h 5246128"/>
              <a:gd name="connsiteX7" fmla="*/ 0 w 4419600"/>
              <a:gd name="connsiteY7" fmla="*/ 2480538 h 5246128"/>
              <a:gd name="connsiteX8" fmla="*/ 0 w 4419600"/>
              <a:gd name="connsiteY8" fmla="*/ 2209541 h 5246128"/>
              <a:gd name="connsiteX9" fmla="*/ 2209538 w 4419600"/>
              <a:gd name="connsiteY9"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5246128 h 5246128"/>
              <a:gd name="connsiteX4" fmla="*/ 0 w 4419600"/>
              <a:gd name="connsiteY4" fmla="*/ 5246128 h 5246128"/>
              <a:gd name="connsiteX5" fmla="*/ 0 w 4419600"/>
              <a:gd name="connsiteY5" fmla="*/ 4975131 h 5246128"/>
              <a:gd name="connsiteX6" fmla="*/ 0 w 4419600"/>
              <a:gd name="connsiteY6" fmla="*/ 2480538 h 5246128"/>
              <a:gd name="connsiteX7" fmla="*/ 0 w 4419600"/>
              <a:gd name="connsiteY7" fmla="*/ 2209541 h 5246128"/>
              <a:gd name="connsiteX8" fmla="*/ 2209538 w 4419600"/>
              <a:gd name="connsiteY8"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5246128 h 5246128"/>
              <a:gd name="connsiteX4" fmla="*/ 0 w 4419600"/>
              <a:gd name="connsiteY4" fmla="*/ 5246128 h 5246128"/>
              <a:gd name="connsiteX5" fmla="*/ 0 w 4419600"/>
              <a:gd name="connsiteY5" fmla="*/ 2480538 h 5246128"/>
              <a:gd name="connsiteX6" fmla="*/ 0 w 4419600"/>
              <a:gd name="connsiteY6" fmla="*/ 2209541 h 5246128"/>
              <a:gd name="connsiteX7" fmla="*/ 2209538 w 4419600"/>
              <a:gd name="connsiteY7" fmla="*/ 0 h 524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9600" h="5246128">
                <a:moveTo>
                  <a:pt x="2209538" y="0"/>
                </a:moveTo>
                <a:lnTo>
                  <a:pt x="2210062" y="0"/>
                </a:lnTo>
                <a:cubicBezTo>
                  <a:pt x="3430375" y="0"/>
                  <a:pt x="4419600" y="989251"/>
                  <a:pt x="4419600" y="2209541"/>
                </a:cubicBezTo>
                <a:lnTo>
                  <a:pt x="4419600" y="5246128"/>
                </a:lnTo>
                <a:lnTo>
                  <a:pt x="0" y="5246128"/>
                </a:lnTo>
                <a:lnTo>
                  <a:pt x="0" y="2480538"/>
                </a:lnTo>
                <a:lnTo>
                  <a:pt x="0" y="2209541"/>
                </a:lnTo>
                <a:cubicBezTo>
                  <a:pt x="0" y="989251"/>
                  <a:pt x="989222" y="0"/>
                  <a:pt x="2209538" y="0"/>
                </a:cubicBezTo>
                <a:close/>
              </a:path>
            </a:pathLst>
          </a:custGeom>
          <a:solidFill>
            <a:srgbClr val="000000">
              <a:alpha val="6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AF3A0D9-42AD-4242-DF8C-8E0F051091D4}"/>
              </a:ext>
            </a:extLst>
          </p:cNvPr>
          <p:cNvSpPr>
            <a:spLocks noGrp="1"/>
          </p:cNvSpPr>
          <p:nvPr>
            <p:ph type="ctrTitle"/>
          </p:nvPr>
        </p:nvSpPr>
        <p:spPr>
          <a:xfrm>
            <a:off x="1361814" y="2080471"/>
            <a:ext cx="3372375" cy="3456264"/>
          </a:xfrm>
        </p:spPr>
        <p:txBody>
          <a:bodyPr vert="horz" lIns="91440" tIns="45720" rIns="91440" bIns="45720" rtlCol="0" anchor="ctr">
            <a:normAutofit/>
          </a:bodyPr>
          <a:lstStyle/>
          <a:p>
            <a:pPr algn="ctr"/>
            <a:r>
              <a:rPr lang="en-US" sz="4400" b="1" kern="1200">
                <a:solidFill>
                  <a:srgbClr val="FFFFFF"/>
                </a:solidFill>
                <a:latin typeface="+mj-lt"/>
                <a:ea typeface="+mj-ea"/>
                <a:cs typeface="+mj-cs"/>
              </a:rPr>
              <a:t>Software Dev. &amp; Problem Solving 1</a:t>
            </a:r>
          </a:p>
        </p:txBody>
      </p:sp>
      <p:sp>
        <p:nvSpPr>
          <p:cNvPr id="3" name="Subtitle 2">
            <a:extLst>
              <a:ext uri="{FF2B5EF4-FFF2-40B4-BE49-F238E27FC236}">
                <a16:creationId xmlns:a16="http://schemas.microsoft.com/office/drawing/2014/main" id="{C6DB0438-E78C-C2E4-9BF4-6BF94000E375}"/>
              </a:ext>
            </a:extLst>
          </p:cNvPr>
          <p:cNvSpPr>
            <a:spLocks noGrp="1"/>
          </p:cNvSpPr>
          <p:nvPr>
            <p:ph type="subTitle" idx="1"/>
          </p:nvPr>
        </p:nvSpPr>
        <p:spPr>
          <a:xfrm>
            <a:off x="6858000" y="876300"/>
            <a:ext cx="4419599" cy="5181600"/>
          </a:xfrm>
        </p:spPr>
        <p:txBody>
          <a:bodyPr vert="horz" lIns="91440" tIns="45720" rIns="91440" bIns="45720" rtlCol="0" anchor="ctr">
            <a:normAutofit/>
          </a:bodyPr>
          <a:lstStyle/>
          <a:p>
            <a:r>
              <a:rPr lang="en-US" b="1" dirty="0"/>
              <a:t>CREATED BY: </a:t>
            </a:r>
          </a:p>
          <a:p>
            <a:r>
              <a:rPr lang="en-US" b="1" dirty="0"/>
              <a:t>Tamreen Ahamed </a:t>
            </a:r>
          </a:p>
          <a:p>
            <a:r>
              <a:rPr lang="en-US" b="1" dirty="0"/>
              <a:t>abasim Ibrahim</a:t>
            </a:r>
          </a:p>
          <a:p>
            <a:r>
              <a:rPr lang="en-US" b="1" dirty="0"/>
              <a:t>Ziad Tariq</a:t>
            </a:r>
          </a:p>
        </p:txBody>
      </p:sp>
      <p:sp>
        <p:nvSpPr>
          <p:cNvPr id="5" name="TextBox 4">
            <a:extLst>
              <a:ext uri="{FF2B5EF4-FFF2-40B4-BE49-F238E27FC236}">
                <a16:creationId xmlns:a16="http://schemas.microsoft.com/office/drawing/2014/main" id="{91F4EA2E-A181-CF24-9769-9D814C988AE2}"/>
              </a:ext>
            </a:extLst>
          </p:cNvPr>
          <p:cNvSpPr txBox="1"/>
          <p:nvPr/>
        </p:nvSpPr>
        <p:spPr>
          <a:xfrm>
            <a:off x="11277599" y="311456"/>
            <a:ext cx="821094" cy="523220"/>
          </a:xfrm>
          <a:prstGeom prst="rect">
            <a:avLst/>
          </a:prstGeom>
          <a:noFill/>
        </p:spPr>
        <p:txBody>
          <a:bodyPr wrap="square" rtlCol="0">
            <a:spAutoFit/>
          </a:bodyPr>
          <a:lstStyle/>
          <a:p>
            <a:r>
              <a:rPr lang="en-US" sz="2800" dirty="0"/>
              <a:t>Z</a:t>
            </a:r>
            <a:endParaRPr lang="en-AE" sz="2800" dirty="0"/>
          </a:p>
        </p:txBody>
      </p:sp>
    </p:spTree>
    <p:extLst>
      <p:ext uri="{BB962C8B-B14F-4D97-AF65-F5344CB8AC3E}">
        <p14:creationId xmlns:p14="http://schemas.microsoft.com/office/powerpoint/2010/main" val="251500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par>
                                <p:cTn id="14" presetID="10" presetClass="entr" presetSubtype="0" fill="hold" grpId="0" nodeType="withEffect">
                                  <p:stCondLst>
                                    <p:cond delay="1500"/>
                                  </p:stCondLst>
                                  <p:iterate>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700"/>
                                        <p:tgtEl>
                                          <p:spTgt spid="3">
                                            <p:txEl>
                                              <p:pRg st="2" end="2"/>
                                            </p:txEl>
                                          </p:spTgt>
                                        </p:tgtEl>
                                      </p:cBhvr>
                                    </p:animEffect>
                                  </p:childTnLst>
                                </p:cTn>
                              </p:par>
                              <p:par>
                                <p:cTn id="17" presetID="10" presetClass="entr" presetSubtype="0" fill="hold" grpId="0" nodeType="withEffect">
                                  <p:stCondLst>
                                    <p:cond delay="1500"/>
                                  </p:stCondLst>
                                  <p:iterate>
                                    <p:tmPct val="10000"/>
                                  </p:iterate>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7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BE3B514-83FE-45D4-988C-78925DD13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374C07-C3E2-5EE0-0EA5-3FB041245FF1}"/>
              </a:ext>
            </a:extLst>
          </p:cNvPr>
          <p:cNvSpPr>
            <a:spLocks noGrp="1"/>
          </p:cNvSpPr>
          <p:nvPr>
            <p:ph type="title"/>
          </p:nvPr>
        </p:nvSpPr>
        <p:spPr>
          <a:xfrm>
            <a:off x="1461805" y="876300"/>
            <a:ext cx="7605995" cy="1367398"/>
          </a:xfrm>
        </p:spPr>
        <p:txBody>
          <a:bodyPr anchor="b">
            <a:normAutofit/>
          </a:bodyPr>
          <a:lstStyle/>
          <a:p>
            <a:pPr>
              <a:lnSpc>
                <a:spcPct val="90000"/>
              </a:lnSpc>
            </a:pPr>
            <a:r>
              <a:rPr lang="en-US" b="1" dirty="0"/>
              <a:t>Why do we need to clone a repository</a:t>
            </a:r>
            <a:r>
              <a:rPr lang="en-US" dirty="0"/>
              <a:t>:</a:t>
            </a:r>
            <a:endParaRPr lang="en-AE" dirty="0"/>
          </a:p>
        </p:txBody>
      </p:sp>
      <p:cxnSp>
        <p:nvCxnSpPr>
          <p:cNvPr id="22" name="Straight Connector 21">
            <a:extLst>
              <a:ext uri="{FF2B5EF4-FFF2-40B4-BE49-F238E27FC236}">
                <a16:creationId xmlns:a16="http://schemas.microsoft.com/office/drawing/2014/main" id="{787CBF7F-92AD-42B8-AA3E-C4AF7A2AD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76400" y="2589817"/>
            <a:ext cx="0" cy="3468083"/>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BC8F2E78-EA36-98A0-7C6B-7C57F356CC49}"/>
              </a:ext>
            </a:extLst>
          </p:cNvPr>
          <p:cNvGraphicFramePr>
            <a:graphicFrameLocks noGrp="1"/>
          </p:cNvGraphicFramePr>
          <p:nvPr>
            <p:ph idx="1"/>
            <p:extLst>
              <p:ext uri="{D42A27DB-BD31-4B8C-83A1-F6EECF244321}">
                <p14:modId xmlns:p14="http://schemas.microsoft.com/office/powerpoint/2010/main" val="2777805424"/>
              </p:ext>
            </p:extLst>
          </p:nvPr>
        </p:nvGraphicFramePr>
        <p:xfrm>
          <a:off x="2220687" y="2589816"/>
          <a:ext cx="8917576" cy="34680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7CB93ADB-53A1-FCAF-99B9-A08666DEE0B6}"/>
              </a:ext>
            </a:extLst>
          </p:cNvPr>
          <p:cNvSpPr txBox="1"/>
          <p:nvPr/>
        </p:nvSpPr>
        <p:spPr>
          <a:xfrm>
            <a:off x="8590382" y="2566000"/>
            <a:ext cx="1287625" cy="1107996"/>
          </a:xfrm>
          <a:prstGeom prst="rect">
            <a:avLst/>
          </a:prstGeom>
          <a:noFill/>
        </p:spPr>
        <p:txBody>
          <a:bodyPr wrap="square" rtlCol="0">
            <a:spAutoFit/>
          </a:bodyPr>
          <a:lstStyle/>
          <a:p>
            <a:r>
              <a:rPr lang="en-US" sz="6600" dirty="0"/>
              <a:t>02</a:t>
            </a:r>
            <a:endParaRPr lang="en-AE" sz="6600" dirty="0"/>
          </a:p>
        </p:txBody>
      </p:sp>
      <p:sp>
        <p:nvSpPr>
          <p:cNvPr id="8" name="TextBox 7">
            <a:extLst>
              <a:ext uri="{FF2B5EF4-FFF2-40B4-BE49-F238E27FC236}">
                <a16:creationId xmlns:a16="http://schemas.microsoft.com/office/drawing/2014/main" id="{A419F035-D3B5-6F3D-B395-6EAAACAEF756}"/>
              </a:ext>
            </a:extLst>
          </p:cNvPr>
          <p:cNvSpPr txBox="1"/>
          <p:nvPr/>
        </p:nvSpPr>
        <p:spPr>
          <a:xfrm>
            <a:off x="10997682" y="229969"/>
            <a:ext cx="1194318" cy="646331"/>
          </a:xfrm>
          <a:prstGeom prst="rect">
            <a:avLst/>
          </a:prstGeom>
          <a:noFill/>
        </p:spPr>
        <p:txBody>
          <a:bodyPr wrap="square" rtlCol="0">
            <a:spAutoFit/>
          </a:bodyPr>
          <a:lstStyle/>
          <a:p>
            <a:r>
              <a:rPr lang="en-US" sz="3600" dirty="0"/>
              <a:t>A</a:t>
            </a:r>
            <a:endParaRPr lang="en-AE" sz="3600" dirty="0"/>
          </a:p>
        </p:txBody>
      </p:sp>
    </p:spTree>
    <p:extLst>
      <p:ext uri="{BB962C8B-B14F-4D97-AF65-F5344CB8AC3E}">
        <p14:creationId xmlns:p14="http://schemas.microsoft.com/office/powerpoint/2010/main" val="1608978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FA7C43-167D-7D84-7AE5-7FCCC6EBCCC7}"/>
              </a:ext>
            </a:extLst>
          </p:cNvPr>
          <p:cNvSpPr>
            <a:spLocks noGrp="1"/>
          </p:cNvSpPr>
          <p:nvPr>
            <p:ph type="title"/>
          </p:nvPr>
        </p:nvSpPr>
        <p:spPr>
          <a:xfrm>
            <a:off x="849760" y="876302"/>
            <a:ext cx="10427840" cy="1086056"/>
          </a:xfrm>
        </p:spPr>
        <p:txBody>
          <a:bodyPr>
            <a:normAutofit/>
          </a:bodyPr>
          <a:lstStyle/>
          <a:p>
            <a:r>
              <a:rPr lang="en-US" b="1" u="sng"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How</a:t>
            </a:r>
            <a:r>
              <a:rPr lang="en-US" b="1" u="sng" dirty="0"/>
              <a:t> to clone a repository:</a:t>
            </a:r>
            <a:endParaRPr lang="en-AE" b="1" u="sng" dirty="0"/>
          </a:p>
        </p:txBody>
      </p:sp>
      <p:cxnSp>
        <p:nvCxnSpPr>
          <p:cNvPr id="27" name="Straight Connector 26">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1A6B6E5-9798-8D69-4966-EC5083713018}"/>
              </a:ext>
            </a:extLst>
          </p:cNvPr>
          <p:cNvPicPr>
            <a:picLocks noChangeAspect="1"/>
          </p:cNvPicPr>
          <p:nvPr/>
        </p:nvPicPr>
        <p:blipFill>
          <a:blip r:embed="rId2"/>
          <a:stretch>
            <a:fillRect/>
          </a:stretch>
        </p:blipFill>
        <p:spPr>
          <a:xfrm>
            <a:off x="1665402" y="2656426"/>
            <a:ext cx="2165663" cy="2538638"/>
          </a:xfrm>
          <a:prstGeom prst="rect">
            <a:avLst/>
          </a:prstGeom>
        </p:spPr>
      </p:pic>
      <p:pic>
        <p:nvPicPr>
          <p:cNvPr id="8" name="Picture 7">
            <a:extLst>
              <a:ext uri="{FF2B5EF4-FFF2-40B4-BE49-F238E27FC236}">
                <a16:creationId xmlns:a16="http://schemas.microsoft.com/office/drawing/2014/main" id="{36677CA0-4DFB-514D-6721-4C6DEDC55A02}"/>
              </a:ext>
            </a:extLst>
          </p:cNvPr>
          <p:cNvPicPr>
            <a:picLocks noChangeAspect="1"/>
          </p:cNvPicPr>
          <p:nvPr/>
        </p:nvPicPr>
        <p:blipFill>
          <a:blip r:embed="rId3"/>
          <a:stretch>
            <a:fillRect/>
          </a:stretch>
        </p:blipFill>
        <p:spPr>
          <a:xfrm>
            <a:off x="6543899" y="3435491"/>
            <a:ext cx="4020798" cy="2692791"/>
          </a:xfrm>
          <a:prstGeom prst="rect">
            <a:avLst/>
          </a:prstGeom>
        </p:spPr>
      </p:pic>
      <p:sp>
        <p:nvSpPr>
          <p:cNvPr id="9" name="Rectangle: Rounded Corners 8">
            <a:extLst>
              <a:ext uri="{FF2B5EF4-FFF2-40B4-BE49-F238E27FC236}">
                <a16:creationId xmlns:a16="http://schemas.microsoft.com/office/drawing/2014/main" id="{5123311E-A8E1-5A4A-99A2-B6ED89FF150A}"/>
              </a:ext>
            </a:extLst>
          </p:cNvPr>
          <p:cNvSpPr/>
          <p:nvPr/>
        </p:nvSpPr>
        <p:spPr>
          <a:xfrm>
            <a:off x="3755533" y="2536723"/>
            <a:ext cx="2788366" cy="730571"/>
          </a:xfrm>
          <a:prstGeom prst="roundRect">
            <a:avLst/>
          </a:prstGeom>
          <a:ln>
            <a:solidFill>
              <a:srgbClr val="6C7038"/>
            </a:solidFill>
          </a:ln>
        </p:spPr>
        <p:style>
          <a:lnRef idx="0">
            <a:schemeClr val="accent4"/>
          </a:lnRef>
          <a:fillRef idx="3">
            <a:schemeClr val="accent4"/>
          </a:fillRef>
          <a:effectRef idx="3">
            <a:schemeClr val="accent4"/>
          </a:effectRef>
          <a:fontRef idx="minor">
            <a:schemeClr val="lt1"/>
          </a:fontRef>
        </p:style>
        <p:txBody>
          <a:bodyPr rtlCol="0" anchor="ctr"/>
          <a:lstStyle/>
          <a:p>
            <a:pPr algn="ctr" defTabSz="713232">
              <a:spcAft>
                <a:spcPts val="600"/>
              </a:spcAft>
            </a:pPr>
            <a:r>
              <a:rPr lang="en-US" sz="1404" i="1" kern="1200">
                <a:solidFill>
                  <a:schemeClr val="lt1"/>
                </a:solidFill>
                <a:latin typeface="+mn-lt"/>
                <a:ea typeface="+mn-ea"/>
                <a:cs typeface="+mn-cs"/>
              </a:rPr>
              <a:t>First, you need to open the git hub website and press new repository</a:t>
            </a:r>
            <a:endParaRPr lang="en-US" i="1"/>
          </a:p>
        </p:txBody>
      </p:sp>
      <p:sp>
        <p:nvSpPr>
          <p:cNvPr id="12" name="Rectangle: Rounded Corners 11">
            <a:extLst>
              <a:ext uri="{FF2B5EF4-FFF2-40B4-BE49-F238E27FC236}">
                <a16:creationId xmlns:a16="http://schemas.microsoft.com/office/drawing/2014/main" id="{1DA0B542-A327-D19F-9625-9A84D4437DEF}"/>
              </a:ext>
            </a:extLst>
          </p:cNvPr>
          <p:cNvSpPr/>
          <p:nvPr/>
        </p:nvSpPr>
        <p:spPr>
          <a:xfrm>
            <a:off x="4548793" y="4344294"/>
            <a:ext cx="2105589" cy="1701541"/>
          </a:xfrm>
          <a:prstGeom prst="roundRect">
            <a:avLst/>
          </a:prstGeom>
          <a:ln>
            <a:solidFill>
              <a:srgbClr val="6C7038"/>
            </a:solidFill>
          </a:ln>
        </p:spPr>
        <p:style>
          <a:lnRef idx="0">
            <a:schemeClr val="accent4"/>
          </a:lnRef>
          <a:fillRef idx="3">
            <a:schemeClr val="accent4"/>
          </a:fillRef>
          <a:effectRef idx="3">
            <a:schemeClr val="accent4"/>
          </a:effectRef>
          <a:fontRef idx="minor">
            <a:schemeClr val="lt1"/>
          </a:fontRef>
        </p:style>
        <p:txBody>
          <a:bodyPr rtlCol="0" anchor="ctr"/>
          <a:lstStyle/>
          <a:p>
            <a:pPr algn="ctr" defTabSz="713232">
              <a:spcAft>
                <a:spcPts val="600"/>
              </a:spcAft>
            </a:pPr>
            <a:r>
              <a:rPr lang="en-US" sz="1404" b="1" kern="1200" dirty="0">
                <a:solidFill>
                  <a:schemeClr val="lt1"/>
                </a:solidFill>
                <a:latin typeface="+mn-lt"/>
                <a:ea typeface="+mn-ea"/>
                <a:cs typeface="+mn-cs"/>
              </a:rPr>
              <a:t>After you are done adding </a:t>
            </a:r>
            <a:r>
              <a:rPr lang="en-US" sz="1404" b="1" dirty="0"/>
              <a:t>the</a:t>
            </a:r>
            <a:r>
              <a:rPr lang="en-US" sz="1404" b="1" kern="1200" dirty="0">
                <a:solidFill>
                  <a:schemeClr val="lt1"/>
                </a:solidFill>
                <a:latin typeface="+mn-lt"/>
                <a:ea typeface="+mn-ea"/>
                <a:cs typeface="+mn-cs"/>
              </a:rPr>
              <a:t> name, of your file you must press “create repository” which you will find at the bottom of the website.</a:t>
            </a:r>
            <a:endParaRPr lang="en-AE" b="1" dirty="0"/>
          </a:p>
        </p:txBody>
      </p:sp>
      <p:cxnSp>
        <p:nvCxnSpPr>
          <p:cNvPr id="15" name="Straight Arrow Connector 14">
            <a:extLst>
              <a:ext uri="{FF2B5EF4-FFF2-40B4-BE49-F238E27FC236}">
                <a16:creationId xmlns:a16="http://schemas.microsoft.com/office/drawing/2014/main" id="{9DF7F33D-2186-1878-C5E0-C6B30373A01C}"/>
              </a:ext>
            </a:extLst>
          </p:cNvPr>
          <p:cNvCxnSpPr/>
          <p:nvPr/>
        </p:nvCxnSpPr>
        <p:spPr>
          <a:xfrm flipH="1">
            <a:off x="3063252" y="3108476"/>
            <a:ext cx="876502" cy="51559"/>
          </a:xfrm>
          <a:prstGeom prst="straightConnector1">
            <a:avLst/>
          </a:prstGeom>
          <a:ln w="76200">
            <a:tailEnd type="triangle"/>
          </a:ln>
          <a:effectLst>
            <a:glow rad="101600">
              <a:schemeClr val="accent4">
                <a:satMod val="175000"/>
                <a:alpha val="40000"/>
              </a:schemeClr>
            </a:glow>
          </a:effectLst>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64ADD184-C088-1FAE-DB6B-CBFB407A7B95}"/>
              </a:ext>
            </a:extLst>
          </p:cNvPr>
          <p:cNvCxnSpPr>
            <a:cxnSpLocks/>
          </p:cNvCxnSpPr>
          <p:nvPr/>
        </p:nvCxnSpPr>
        <p:spPr>
          <a:xfrm flipV="1">
            <a:off x="6654382" y="4220675"/>
            <a:ext cx="1034443" cy="559783"/>
          </a:xfrm>
          <a:prstGeom prst="straightConnector1">
            <a:avLst/>
          </a:prstGeom>
          <a:ln w="76200">
            <a:tailEnd type="triangle"/>
          </a:ln>
          <a:effectLst>
            <a:glow rad="101600">
              <a:schemeClr val="accent4">
                <a:satMod val="175000"/>
                <a:alpha val="40000"/>
              </a:schemeClr>
            </a:glow>
          </a:effectLst>
        </p:spPr>
        <p:style>
          <a:lnRef idx="3">
            <a:schemeClr val="accent4"/>
          </a:lnRef>
          <a:fillRef idx="0">
            <a:schemeClr val="accent4"/>
          </a:fillRef>
          <a:effectRef idx="2">
            <a:schemeClr val="accent4"/>
          </a:effectRef>
          <a:fontRef idx="minor">
            <a:schemeClr val="tx1"/>
          </a:fontRef>
        </p:style>
      </p:cxnSp>
      <p:sp>
        <p:nvSpPr>
          <p:cNvPr id="19" name="TextBox 18">
            <a:extLst>
              <a:ext uri="{FF2B5EF4-FFF2-40B4-BE49-F238E27FC236}">
                <a16:creationId xmlns:a16="http://schemas.microsoft.com/office/drawing/2014/main" id="{CCFE8AD8-F51F-A339-E8DD-D9CCB9E7CDA5}"/>
              </a:ext>
            </a:extLst>
          </p:cNvPr>
          <p:cNvSpPr txBox="1"/>
          <p:nvPr/>
        </p:nvSpPr>
        <p:spPr>
          <a:xfrm>
            <a:off x="11264485" y="200272"/>
            <a:ext cx="441146" cy="584775"/>
          </a:xfrm>
          <a:prstGeom prst="rect">
            <a:avLst/>
          </a:prstGeom>
          <a:noFill/>
        </p:spPr>
        <p:txBody>
          <a:bodyPr wrap="none" rtlCol="0">
            <a:spAutoFit/>
          </a:bodyPr>
          <a:lstStyle/>
          <a:p>
            <a:r>
              <a:rPr lang="en-US" sz="3200" dirty="0"/>
              <a:t>T</a:t>
            </a:r>
            <a:endParaRPr lang="en-AE" sz="3200" dirty="0"/>
          </a:p>
        </p:txBody>
      </p:sp>
    </p:spTree>
    <p:extLst>
      <p:ext uri="{BB962C8B-B14F-4D97-AF65-F5344CB8AC3E}">
        <p14:creationId xmlns:p14="http://schemas.microsoft.com/office/powerpoint/2010/main" val="71018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BE3B514-83FE-45D4-988C-78925DD13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FA7C43-167D-7D84-7AE5-7FCCC6EBCCC7}"/>
              </a:ext>
            </a:extLst>
          </p:cNvPr>
          <p:cNvSpPr>
            <a:spLocks noGrp="1"/>
          </p:cNvSpPr>
          <p:nvPr>
            <p:ph type="title"/>
          </p:nvPr>
        </p:nvSpPr>
        <p:spPr>
          <a:xfrm>
            <a:off x="1471330" y="436463"/>
            <a:ext cx="7605995" cy="1367398"/>
          </a:xfrm>
        </p:spPr>
        <p:txBody>
          <a:bodyPr anchor="b">
            <a:normAutofit/>
          </a:bodyPr>
          <a:lstStyle/>
          <a:p>
            <a:r>
              <a:rPr lang="en-US" b="1" i="1" u="sng"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How to clone a repository:</a:t>
            </a:r>
            <a:endParaRPr lang="en-AE" b="1" i="1" u="sng"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cxnSp>
        <p:nvCxnSpPr>
          <p:cNvPr id="27" name="Straight Connector 26">
            <a:extLst>
              <a:ext uri="{FF2B5EF4-FFF2-40B4-BE49-F238E27FC236}">
                <a16:creationId xmlns:a16="http://schemas.microsoft.com/office/drawing/2014/main" id="{787CBF7F-92AD-42B8-AA3E-C4AF7A2AD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76400" y="2589817"/>
            <a:ext cx="0" cy="3468083"/>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1DA0B542-A327-D19F-9625-9A84D4437DEF}"/>
              </a:ext>
            </a:extLst>
          </p:cNvPr>
          <p:cNvSpPr/>
          <p:nvPr/>
        </p:nvSpPr>
        <p:spPr>
          <a:xfrm>
            <a:off x="4128471" y="4204787"/>
            <a:ext cx="2515078" cy="1653255"/>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defTabSz="640080">
              <a:spcAft>
                <a:spcPts val="600"/>
              </a:spcAft>
            </a:pPr>
            <a:r>
              <a:rPr lang="en-US" sz="1260" kern="1200" dirty="0">
                <a:solidFill>
                  <a:schemeClr val="lt1"/>
                </a:solidFill>
                <a:latin typeface="+mn-lt"/>
                <a:ea typeface="+mn-ea"/>
                <a:cs typeface="+mn-cs"/>
              </a:rPr>
              <a:t>Once the changes are committed, you will have </a:t>
            </a:r>
            <a:r>
              <a:rPr lang="en-US" sz="1260" dirty="0"/>
              <a:t>your new</a:t>
            </a:r>
            <a:r>
              <a:rPr lang="en-US" sz="1260" kern="1200" dirty="0">
                <a:solidFill>
                  <a:schemeClr val="lt1"/>
                </a:solidFill>
                <a:latin typeface="+mn-lt"/>
                <a:ea typeface="+mn-ea"/>
                <a:cs typeface="+mn-cs"/>
              </a:rPr>
              <a:t> file ready in your  repository. Now you need to download the repo in your system, so you press code, and then copy the </a:t>
            </a:r>
            <a:r>
              <a:rPr lang="en-US" sz="1260" kern="1200" dirty="0" err="1">
                <a:solidFill>
                  <a:schemeClr val="lt1"/>
                </a:solidFill>
                <a:latin typeface="+mn-lt"/>
                <a:ea typeface="+mn-ea"/>
                <a:cs typeface="+mn-cs"/>
              </a:rPr>
              <a:t>url</a:t>
            </a:r>
            <a:r>
              <a:rPr lang="en-US" sz="1260" kern="1200" dirty="0">
                <a:solidFill>
                  <a:schemeClr val="lt1"/>
                </a:solidFill>
                <a:latin typeface="+mn-lt"/>
                <a:ea typeface="+mn-ea"/>
                <a:cs typeface="+mn-cs"/>
              </a:rPr>
              <a:t> and paste it in the windows </a:t>
            </a:r>
            <a:r>
              <a:rPr lang="en-US" sz="1260" kern="1200" dirty="0" err="1">
                <a:solidFill>
                  <a:schemeClr val="lt1"/>
                </a:solidFill>
                <a:latin typeface="+mn-lt"/>
                <a:ea typeface="+mn-ea"/>
                <a:cs typeface="+mn-cs"/>
              </a:rPr>
              <a:t>powershell</a:t>
            </a:r>
            <a:endParaRPr lang="en-AE" dirty="0"/>
          </a:p>
        </p:txBody>
      </p:sp>
      <p:pic>
        <p:nvPicPr>
          <p:cNvPr id="4" name="Picture 3">
            <a:extLst>
              <a:ext uri="{FF2B5EF4-FFF2-40B4-BE49-F238E27FC236}">
                <a16:creationId xmlns:a16="http://schemas.microsoft.com/office/drawing/2014/main" id="{E12CD613-6065-92EF-5E2F-C9164AE4FE18}"/>
              </a:ext>
            </a:extLst>
          </p:cNvPr>
          <p:cNvPicPr>
            <a:picLocks noChangeAspect="1"/>
          </p:cNvPicPr>
          <p:nvPr/>
        </p:nvPicPr>
        <p:blipFill>
          <a:blip r:embed="rId2"/>
          <a:stretch>
            <a:fillRect/>
          </a:stretch>
        </p:blipFill>
        <p:spPr>
          <a:xfrm>
            <a:off x="1974951" y="2502308"/>
            <a:ext cx="6140284" cy="1136849"/>
          </a:xfrm>
          <a:prstGeom prst="rect">
            <a:avLst/>
          </a:prstGeom>
        </p:spPr>
      </p:pic>
      <p:sp>
        <p:nvSpPr>
          <p:cNvPr id="9" name="Rectangle: Rounded Corners 8">
            <a:extLst>
              <a:ext uri="{FF2B5EF4-FFF2-40B4-BE49-F238E27FC236}">
                <a16:creationId xmlns:a16="http://schemas.microsoft.com/office/drawing/2014/main" id="{5123311E-A8E1-5A4A-99A2-B6ED89FF150A}"/>
              </a:ext>
            </a:extLst>
          </p:cNvPr>
          <p:cNvSpPr/>
          <p:nvPr/>
        </p:nvSpPr>
        <p:spPr>
          <a:xfrm>
            <a:off x="7817045" y="1909323"/>
            <a:ext cx="3089080" cy="1136849"/>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defTabSz="640080">
              <a:spcAft>
                <a:spcPts val="600"/>
              </a:spcAft>
            </a:pPr>
            <a:r>
              <a:rPr lang="en-US" sz="1400" kern="1200" dirty="0">
                <a:solidFill>
                  <a:schemeClr val="lt1"/>
                </a:solidFill>
                <a:latin typeface="+mn-lt"/>
                <a:ea typeface="+mn-ea"/>
                <a:cs typeface="+mn-cs"/>
              </a:rPr>
              <a:t>Once you are done with the first and second step, you must upload a file by pressing “existing file link”</a:t>
            </a:r>
            <a:endParaRPr lang="en-US" sz="2000" dirty="0"/>
          </a:p>
        </p:txBody>
      </p:sp>
      <p:pic>
        <p:nvPicPr>
          <p:cNvPr id="7" name="Picture 6">
            <a:extLst>
              <a:ext uri="{FF2B5EF4-FFF2-40B4-BE49-F238E27FC236}">
                <a16:creationId xmlns:a16="http://schemas.microsoft.com/office/drawing/2014/main" id="{170F88F8-8169-7F7D-D278-9A8B85CF36CA}"/>
              </a:ext>
            </a:extLst>
          </p:cNvPr>
          <p:cNvPicPr>
            <a:picLocks noChangeAspect="1"/>
          </p:cNvPicPr>
          <p:nvPr/>
        </p:nvPicPr>
        <p:blipFill>
          <a:blip r:embed="rId3"/>
          <a:stretch>
            <a:fillRect/>
          </a:stretch>
        </p:blipFill>
        <p:spPr>
          <a:xfrm>
            <a:off x="7693888" y="4052992"/>
            <a:ext cx="3824691" cy="2271608"/>
          </a:xfrm>
          <a:prstGeom prst="rect">
            <a:avLst/>
          </a:prstGeom>
        </p:spPr>
      </p:pic>
      <p:cxnSp>
        <p:nvCxnSpPr>
          <p:cNvPr id="14" name="Straight Arrow Connector 13">
            <a:extLst>
              <a:ext uri="{FF2B5EF4-FFF2-40B4-BE49-F238E27FC236}">
                <a16:creationId xmlns:a16="http://schemas.microsoft.com/office/drawing/2014/main" id="{7ECFAB17-E1D7-6BE9-1D6F-EDE9659A5305}"/>
              </a:ext>
            </a:extLst>
          </p:cNvPr>
          <p:cNvCxnSpPr>
            <a:cxnSpLocks/>
          </p:cNvCxnSpPr>
          <p:nvPr/>
        </p:nvCxnSpPr>
        <p:spPr>
          <a:xfrm flipV="1">
            <a:off x="2829039" y="3351158"/>
            <a:ext cx="885744" cy="570814"/>
          </a:xfrm>
          <a:prstGeom prst="straightConnector1">
            <a:avLst/>
          </a:prstGeom>
          <a:ln w="76200">
            <a:solidFill>
              <a:srgbClr val="6C7038"/>
            </a:solidFill>
            <a:prstDash val="sysDash"/>
            <a:tailEnd type="triangle"/>
          </a:ln>
          <a:effectLst>
            <a:glow rad="63500">
              <a:schemeClr val="accent4">
                <a:satMod val="175000"/>
                <a:alpha val="40000"/>
              </a:schemeClr>
            </a:glow>
          </a:effectLst>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76C40CA4-6C80-D1A8-C3D1-B409358888C0}"/>
              </a:ext>
            </a:extLst>
          </p:cNvPr>
          <p:cNvCxnSpPr>
            <a:cxnSpLocks/>
          </p:cNvCxnSpPr>
          <p:nvPr/>
        </p:nvCxnSpPr>
        <p:spPr>
          <a:xfrm flipV="1">
            <a:off x="6643549" y="4394718"/>
            <a:ext cx="3573471" cy="354638"/>
          </a:xfrm>
          <a:prstGeom prst="straightConnector1">
            <a:avLst/>
          </a:prstGeom>
          <a:ln w="76200">
            <a:solidFill>
              <a:schemeClr val="accent4">
                <a:lumMod val="75000"/>
              </a:schemeClr>
            </a:solidFill>
            <a:prstDash val="sysDash"/>
            <a:tailEnd type="triangle"/>
          </a:ln>
          <a:effectLst>
            <a:glow rad="635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0C175E1-CFC0-AD1E-6D86-CBF1426A9D16}"/>
              </a:ext>
            </a:extLst>
          </p:cNvPr>
          <p:cNvSpPr txBox="1"/>
          <p:nvPr/>
        </p:nvSpPr>
        <p:spPr>
          <a:xfrm>
            <a:off x="11182677" y="113297"/>
            <a:ext cx="671804" cy="646331"/>
          </a:xfrm>
          <a:prstGeom prst="rect">
            <a:avLst/>
          </a:prstGeom>
          <a:noFill/>
        </p:spPr>
        <p:txBody>
          <a:bodyPr wrap="square" rtlCol="0">
            <a:spAutoFit/>
          </a:bodyPr>
          <a:lstStyle/>
          <a:p>
            <a:r>
              <a:rPr lang="en-US" sz="3600" dirty="0"/>
              <a:t>T</a:t>
            </a:r>
            <a:endParaRPr lang="en-AE" sz="3600" dirty="0"/>
          </a:p>
        </p:txBody>
      </p:sp>
    </p:spTree>
    <p:extLst>
      <p:ext uri="{BB962C8B-B14F-4D97-AF65-F5344CB8AC3E}">
        <p14:creationId xmlns:p14="http://schemas.microsoft.com/office/powerpoint/2010/main" val="3040235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A7C43-167D-7D84-7AE5-7FCCC6EBCCC7}"/>
              </a:ext>
            </a:extLst>
          </p:cNvPr>
          <p:cNvSpPr>
            <a:spLocks noGrp="1"/>
          </p:cNvSpPr>
          <p:nvPr>
            <p:ph type="title"/>
          </p:nvPr>
        </p:nvSpPr>
        <p:spPr>
          <a:xfrm>
            <a:off x="1402210" y="209552"/>
            <a:ext cx="10427840" cy="1086056"/>
          </a:xfrm>
        </p:spPr>
        <p:txBody>
          <a:bodyPr/>
          <a:lstStyle/>
          <a:p>
            <a:r>
              <a:rPr lang="en-US" dirty="0"/>
              <a:t>How to clone a repository:</a:t>
            </a:r>
            <a:endParaRPr lang="en-AE" dirty="0"/>
          </a:p>
        </p:txBody>
      </p:sp>
      <p:sp>
        <p:nvSpPr>
          <p:cNvPr id="12" name="Rectangle: Rounded Corners 11">
            <a:extLst>
              <a:ext uri="{FF2B5EF4-FFF2-40B4-BE49-F238E27FC236}">
                <a16:creationId xmlns:a16="http://schemas.microsoft.com/office/drawing/2014/main" id="{1DA0B542-A327-D19F-9625-9A84D4437DEF}"/>
              </a:ext>
            </a:extLst>
          </p:cNvPr>
          <p:cNvSpPr/>
          <p:nvPr/>
        </p:nvSpPr>
        <p:spPr>
          <a:xfrm>
            <a:off x="2519265" y="3592286"/>
            <a:ext cx="3576735" cy="2351123"/>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And if you want to see that your folder exists,</a:t>
            </a:r>
          </a:p>
          <a:p>
            <a:pPr algn="ctr"/>
            <a:r>
              <a:rPr lang="en-US" dirty="0"/>
              <a:t>write ls (means list) And your folder will show up in the list, </a:t>
            </a:r>
          </a:p>
          <a:p>
            <a:pPr algn="ctr"/>
            <a:r>
              <a:rPr lang="en-US" dirty="0"/>
              <a:t>to go to your folder, you need to write cd “your folder’s name” </a:t>
            </a:r>
          </a:p>
          <a:p>
            <a:pPr algn="ctr"/>
            <a:r>
              <a:rPr lang="en-US" dirty="0"/>
              <a:t>Cd stands for change directory</a:t>
            </a:r>
            <a:endParaRPr lang="en-AE" dirty="0"/>
          </a:p>
        </p:txBody>
      </p:sp>
      <p:sp>
        <p:nvSpPr>
          <p:cNvPr id="9" name="Rectangle: Rounded Corners 8">
            <a:extLst>
              <a:ext uri="{FF2B5EF4-FFF2-40B4-BE49-F238E27FC236}">
                <a16:creationId xmlns:a16="http://schemas.microsoft.com/office/drawing/2014/main" id="{5123311E-A8E1-5A4A-99A2-B6ED89FF150A}"/>
              </a:ext>
            </a:extLst>
          </p:cNvPr>
          <p:cNvSpPr/>
          <p:nvPr/>
        </p:nvSpPr>
        <p:spPr>
          <a:xfrm>
            <a:off x="7197234" y="1482220"/>
            <a:ext cx="3652648" cy="1328597"/>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Now you need to clone the repo, so you write the command “git clone” and paste the link, </a:t>
            </a:r>
          </a:p>
          <a:p>
            <a:pPr algn="ctr"/>
            <a:r>
              <a:rPr lang="en-US" dirty="0"/>
              <a:t>then press enter.</a:t>
            </a:r>
          </a:p>
        </p:txBody>
      </p:sp>
      <p:pic>
        <p:nvPicPr>
          <p:cNvPr id="5" name="Picture 4">
            <a:extLst>
              <a:ext uri="{FF2B5EF4-FFF2-40B4-BE49-F238E27FC236}">
                <a16:creationId xmlns:a16="http://schemas.microsoft.com/office/drawing/2014/main" id="{E782A3C9-466C-DED6-D4AF-A73590576405}"/>
              </a:ext>
            </a:extLst>
          </p:cNvPr>
          <p:cNvPicPr>
            <a:picLocks noChangeAspect="1"/>
          </p:cNvPicPr>
          <p:nvPr/>
        </p:nvPicPr>
        <p:blipFill>
          <a:blip r:embed="rId2"/>
          <a:stretch>
            <a:fillRect/>
          </a:stretch>
        </p:blipFill>
        <p:spPr>
          <a:xfrm>
            <a:off x="793902" y="1265869"/>
            <a:ext cx="6017445" cy="1999845"/>
          </a:xfrm>
          <a:prstGeom prst="rect">
            <a:avLst/>
          </a:prstGeom>
        </p:spPr>
      </p:pic>
      <p:pic>
        <p:nvPicPr>
          <p:cNvPr id="8" name="Picture 7">
            <a:extLst>
              <a:ext uri="{FF2B5EF4-FFF2-40B4-BE49-F238E27FC236}">
                <a16:creationId xmlns:a16="http://schemas.microsoft.com/office/drawing/2014/main" id="{8DD17562-60D9-EF2E-2B51-960498D0BB11}"/>
              </a:ext>
            </a:extLst>
          </p:cNvPr>
          <p:cNvPicPr>
            <a:picLocks noChangeAspect="1"/>
          </p:cNvPicPr>
          <p:nvPr/>
        </p:nvPicPr>
        <p:blipFill>
          <a:blip r:embed="rId3"/>
          <a:stretch>
            <a:fillRect/>
          </a:stretch>
        </p:blipFill>
        <p:spPr>
          <a:xfrm>
            <a:off x="6482647" y="3727272"/>
            <a:ext cx="5081821" cy="476285"/>
          </a:xfrm>
          <a:prstGeom prst="rect">
            <a:avLst/>
          </a:prstGeom>
        </p:spPr>
      </p:pic>
      <p:pic>
        <p:nvPicPr>
          <p:cNvPr id="11" name="Picture 10">
            <a:extLst>
              <a:ext uri="{FF2B5EF4-FFF2-40B4-BE49-F238E27FC236}">
                <a16:creationId xmlns:a16="http://schemas.microsoft.com/office/drawing/2014/main" id="{8F09D601-9F1A-6E46-08F5-C4792F764967}"/>
              </a:ext>
            </a:extLst>
          </p:cNvPr>
          <p:cNvPicPr>
            <a:picLocks noChangeAspect="1"/>
          </p:cNvPicPr>
          <p:nvPr/>
        </p:nvPicPr>
        <p:blipFill>
          <a:blip r:embed="rId4"/>
          <a:stretch>
            <a:fillRect/>
          </a:stretch>
        </p:blipFill>
        <p:spPr>
          <a:xfrm>
            <a:off x="6482647" y="4646453"/>
            <a:ext cx="4387504" cy="945678"/>
          </a:xfrm>
          <a:prstGeom prst="rect">
            <a:avLst/>
          </a:prstGeom>
        </p:spPr>
      </p:pic>
      <p:cxnSp>
        <p:nvCxnSpPr>
          <p:cNvPr id="14" name="Straight Arrow Connector 13">
            <a:extLst>
              <a:ext uri="{FF2B5EF4-FFF2-40B4-BE49-F238E27FC236}">
                <a16:creationId xmlns:a16="http://schemas.microsoft.com/office/drawing/2014/main" id="{21933F8E-8AF8-6E90-926A-CE25711226BB}"/>
              </a:ext>
            </a:extLst>
          </p:cNvPr>
          <p:cNvCxnSpPr>
            <a:cxnSpLocks/>
          </p:cNvCxnSpPr>
          <p:nvPr/>
        </p:nvCxnSpPr>
        <p:spPr>
          <a:xfrm flipH="1" flipV="1">
            <a:off x="3974841" y="1482220"/>
            <a:ext cx="3222393" cy="878425"/>
          </a:xfrm>
          <a:prstGeom prst="straightConnector1">
            <a:avLst/>
          </a:prstGeom>
          <a:ln w="76200">
            <a:prstDash val="dash"/>
            <a:tailEnd type="triangle"/>
          </a:ln>
        </p:spPr>
        <p:style>
          <a:lnRef idx="3">
            <a:schemeClr val="accent4"/>
          </a:lnRef>
          <a:fillRef idx="0">
            <a:schemeClr val="accent4"/>
          </a:fillRef>
          <a:effectRef idx="2">
            <a:schemeClr val="accent4"/>
          </a:effectRef>
          <a:fontRef idx="minor">
            <a:schemeClr val="tx1"/>
          </a:fontRef>
        </p:style>
      </p:cxnSp>
      <p:sp>
        <p:nvSpPr>
          <p:cNvPr id="16" name="TextBox 15">
            <a:extLst>
              <a:ext uri="{FF2B5EF4-FFF2-40B4-BE49-F238E27FC236}">
                <a16:creationId xmlns:a16="http://schemas.microsoft.com/office/drawing/2014/main" id="{A41C61CA-6464-2BB3-3052-9A9D1AEFA9CB}"/>
              </a:ext>
            </a:extLst>
          </p:cNvPr>
          <p:cNvSpPr txBox="1"/>
          <p:nvPr/>
        </p:nvSpPr>
        <p:spPr>
          <a:xfrm>
            <a:off x="11038114" y="354563"/>
            <a:ext cx="699796" cy="646331"/>
          </a:xfrm>
          <a:prstGeom prst="rect">
            <a:avLst/>
          </a:prstGeom>
          <a:noFill/>
        </p:spPr>
        <p:txBody>
          <a:bodyPr wrap="square" rtlCol="0">
            <a:spAutoFit/>
          </a:bodyPr>
          <a:lstStyle/>
          <a:p>
            <a:r>
              <a:rPr lang="en-US" sz="3600" dirty="0"/>
              <a:t>T</a:t>
            </a:r>
            <a:endParaRPr lang="en-AE" sz="3600" dirty="0"/>
          </a:p>
        </p:txBody>
      </p:sp>
    </p:spTree>
    <p:extLst>
      <p:ext uri="{BB962C8B-B14F-4D97-AF65-F5344CB8AC3E}">
        <p14:creationId xmlns:p14="http://schemas.microsoft.com/office/powerpoint/2010/main" val="1221547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EAD4CCDA-06BF-4D2A-B44F-195AEC0B5B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5CF60410-FF11-42D8-AEF2-85817C5548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D56C7E-81CD-7D43-96C6-AB44EC69A9C3}"/>
              </a:ext>
            </a:extLst>
          </p:cNvPr>
          <p:cNvSpPr>
            <a:spLocks noGrp="1"/>
          </p:cNvSpPr>
          <p:nvPr>
            <p:ph type="title"/>
          </p:nvPr>
        </p:nvSpPr>
        <p:spPr>
          <a:xfrm>
            <a:off x="2521987" y="514899"/>
            <a:ext cx="7353300" cy="3105943"/>
          </a:xfrm>
        </p:spPr>
        <p:txBody>
          <a:bodyPr vert="horz" lIns="91440" tIns="45720" rIns="91440" bIns="45720" rtlCol="0" anchor="t">
            <a:noAutofit/>
          </a:bodyPr>
          <a:lstStyle/>
          <a:p>
            <a:pPr algn="ctr">
              <a:lnSpc>
                <a:spcPct val="90000"/>
              </a:lnSpc>
            </a:pPr>
            <a:r>
              <a:rPr lang="en-US" sz="6600" dirty="0"/>
              <a:t>Git Pull:</a:t>
            </a:r>
            <a:br>
              <a:rPr lang="en-US" sz="2400" dirty="0"/>
            </a:br>
            <a:br>
              <a:rPr lang="en-US" sz="2400" dirty="0"/>
            </a:br>
            <a:r>
              <a:rPr lang="en-US" sz="2400" b="1" dirty="0"/>
              <a:t>Without running git pull, your local repository will never be updated with changes from the remote. </a:t>
            </a:r>
            <a:br>
              <a:rPr lang="en-US" sz="2400" dirty="0"/>
            </a:br>
            <a:br>
              <a:rPr lang="en-US" sz="2400" dirty="0"/>
            </a:br>
            <a:r>
              <a:rPr lang="en-US" sz="2400" b="1" dirty="0"/>
              <a:t>To recover and combine changes from the remote repository into the local repository, use git pull. Git pull is the result of combining two commands: git fetch and git merge. </a:t>
            </a:r>
            <a:br>
              <a:rPr lang="en-US" sz="2400" b="1" dirty="0"/>
            </a:br>
            <a:br>
              <a:rPr lang="en-US" sz="2400" b="1" dirty="0"/>
            </a:br>
            <a:r>
              <a:rPr lang="en-US" sz="2400" b="1" dirty="0"/>
              <a:t>Git fetch command and git merge command are both different in operation. Git fetch fetches the changes while git merge merges them after fetching</a:t>
            </a:r>
            <a:r>
              <a:rPr lang="en-US" sz="2400" dirty="0"/>
              <a:t>. </a:t>
            </a:r>
          </a:p>
        </p:txBody>
      </p:sp>
      <p:cxnSp>
        <p:nvCxnSpPr>
          <p:cNvPr id="31" name="Straight Connector 30">
            <a:extLst>
              <a:ext uri="{FF2B5EF4-FFF2-40B4-BE49-F238E27FC236}">
                <a16:creationId xmlns:a16="http://schemas.microsoft.com/office/drawing/2014/main" id="{16BEECB0-0766-4C59-B86E-5D26B7D8EF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2500" y="6259606"/>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3E67DCD-E64B-2420-B163-DE5AF56E5412}"/>
              </a:ext>
            </a:extLst>
          </p:cNvPr>
          <p:cNvSpPr txBox="1"/>
          <p:nvPr/>
        </p:nvSpPr>
        <p:spPr>
          <a:xfrm>
            <a:off x="11178072" y="244450"/>
            <a:ext cx="811763" cy="707886"/>
          </a:xfrm>
          <a:prstGeom prst="rect">
            <a:avLst/>
          </a:prstGeom>
          <a:noFill/>
        </p:spPr>
        <p:txBody>
          <a:bodyPr wrap="square" rtlCol="0">
            <a:spAutoFit/>
          </a:bodyPr>
          <a:lstStyle/>
          <a:p>
            <a:r>
              <a:rPr lang="en-US" sz="4000" dirty="0"/>
              <a:t>Z</a:t>
            </a:r>
            <a:endParaRPr lang="en-AE" sz="4000" dirty="0"/>
          </a:p>
        </p:txBody>
      </p:sp>
    </p:spTree>
    <p:extLst>
      <p:ext uri="{BB962C8B-B14F-4D97-AF65-F5344CB8AC3E}">
        <p14:creationId xmlns:p14="http://schemas.microsoft.com/office/powerpoint/2010/main" val="1655665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A7C43-167D-7D84-7AE5-7FCCC6EBCCC7}"/>
              </a:ext>
            </a:extLst>
          </p:cNvPr>
          <p:cNvSpPr>
            <a:spLocks noGrp="1"/>
          </p:cNvSpPr>
          <p:nvPr>
            <p:ph type="title"/>
          </p:nvPr>
        </p:nvSpPr>
        <p:spPr>
          <a:xfrm>
            <a:off x="1402210" y="209552"/>
            <a:ext cx="10427840" cy="1086056"/>
          </a:xfrm>
        </p:spPr>
        <p:txBody>
          <a:bodyPr/>
          <a:lstStyle/>
          <a:p>
            <a:r>
              <a:rPr lang="en-US" dirty="0"/>
              <a:t>How to run git pull:</a:t>
            </a:r>
            <a:endParaRPr lang="en-AE" dirty="0"/>
          </a:p>
        </p:txBody>
      </p:sp>
      <p:sp>
        <p:nvSpPr>
          <p:cNvPr id="12" name="Rectangle: Rounded Corners 11">
            <a:extLst>
              <a:ext uri="{FF2B5EF4-FFF2-40B4-BE49-F238E27FC236}">
                <a16:creationId xmlns:a16="http://schemas.microsoft.com/office/drawing/2014/main" id="{1DA0B542-A327-D19F-9625-9A84D4437DEF}"/>
              </a:ext>
            </a:extLst>
          </p:cNvPr>
          <p:cNvSpPr/>
          <p:nvPr/>
        </p:nvSpPr>
        <p:spPr>
          <a:xfrm>
            <a:off x="2519265" y="3592286"/>
            <a:ext cx="3576735" cy="2351123"/>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Now to see the new changes you have made, write the command “cd (your folder name)” then write the command “ls” to see the new file you have added,</a:t>
            </a:r>
          </a:p>
          <a:p>
            <a:pPr algn="ctr"/>
            <a:r>
              <a:rPr lang="en-US" dirty="0"/>
              <a:t>However, your new file will not show up except the previous old files.</a:t>
            </a:r>
            <a:endParaRPr lang="en-AE" dirty="0"/>
          </a:p>
        </p:txBody>
      </p:sp>
      <p:sp>
        <p:nvSpPr>
          <p:cNvPr id="9" name="Rectangle: Rounded Corners 8">
            <a:extLst>
              <a:ext uri="{FF2B5EF4-FFF2-40B4-BE49-F238E27FC236}">
                <a16:creationId xmlns:a16="http://schemas.microsoft.com/office/drawing/2014/main" id="{5123311E-A8E1-5A4A-99A2-B6ED89FF150A}"/>
              </a:ext>
            </a:extLst>
          </p:cNvPr>
          <p:cNvSpPr/>
          <p:nvPr/>
        </p:nvSpPr>
        <p:spPr>
          <a:xfrm>
            <a:off x="6616130" y="1512929"/>
            <a:ext cx="3652648" cy="1328597"/>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First you need to create a new file from git hub. </a:t>
            </a:r>
          </a:p>
        </p:txBody>
      </p:sp>
      <p:pic>
        <p:nvPicPr>
          <p:cNvPr id="4" name="Picture 3">
            <a:extLst>
              <a:ext uri="{FF2B5EF4-FFF2-40B4-BE49-F238E27FC236}">
                <a16:creationId xmlns:a16="http://schemas.microsoft.com/office/drawing/2014/main" id="{62B64406-13B4-0068-AC3E-EB54792190A2}"/>
              </a:ext>
            </a:extLst>
          </p:cNvPr>
          <p:cNvPicPr>
            <a:picLocks noChangeAspect="1"/>
          </p:cNvPicPr>
          <p:nvPr/>
        </p:nvPicPr>
        <p:blipFill>
          <a:blip r:embed="rId2"/>
          <a:stretch>
            <a:fillRect/>
          </a:stretch>
        </p:blipFill>
        <p:spPr>
          <a:xfrm>
            <a:off x="765882" y="1438257"/>
            <a:ext cx="5509737" cy="1668925"/>
          </a:xfrm>
          <a:prstGeom prst="rect">
            <a:avLst/>
          </a:prstGeom>
        </p:spPr>
      </p:pic>
      <p:pic>
        <p:nvPicPr>
          <p:cNvPr id="7" name="Picture 6">
            <a:extLst>
              <a:ext uri="{FF2B5EF4-FFF2-40B4-BE49-F238E27FC236}">
                <a16:creationId xmlns:a16="http://schemas.microsoft.com/office/drawing/2014/main" id="{02885D00-C081-C4D2-4E97-6B8A8DB96C5D}"/>
              </a:ext>
            </a:extLst>
          </p:cNvPr>
          <p:cNvPicPr>
            <a:picLocks noChangeAspect="1"/>
          </p:cNvPicPr>
          <p:nvPr/>
        </p:nvPicPr>
        <p:blipFill>
          <a:blip r:embed="rId3"/>
          <a:stretch>
            <a:fillRect/>
          </a:stretch>
        </p:blipFill>
        <p:spPr>
          <a:xfrm>
            <a:off x="6199086" y="3487576"/>
            <a:ext cx="5784081" cy="2560542"/>
          </a:xfrm>
          <a:prstGeom prst="rect">
            <a:avLst/>
          </a:prstGeom>
        </p:spPr>
      </p:pic>
      <p:cxnSp>
        <p:nvCxnSpPr>
          <p:cNvPr id="13" name="Straight Arrow Connector 12">
            <a:extLst>
              <a:ext uri="{FF2B5EF4-FFF2-40B4-BE49-F238E27FC236}">
                <a16:creationId xmlns:a16="http://schemas.microsoft.com/office/drawing/2014/main" id="{A81B0631-67BA-023A-FA3A-152B5C10C7AE}"/>
              </a:ext>
            </a:extLst>
          </p:cNvPr>
          <p:cNvCxnSpPr>
            <a:cxnSpLocks/>
          </p:cNvCxnSpPr>
          <p:nvPr/>
        </p:nvCxnSpPr>
        <p:spPr>
          <a:xfrm flipH="1" flipV="1">
            <a:off x="4665308" y="1808668"/>
            <a:ext cx="2659224" cy="737118"/>
          </a:xfrm>
          <a:prstGeom prst="straightConnector1">
            <a:avLst/>
          </a:prstGeom>
          <a:ln w="76200">
            <a:solidFill>
              <a:schemeClr val="accent4">
                <a:lumMod val="75000"/>
              </a:schemeClr>
            </a:solidFill>
            <a:prstDash val="lgDashDotDot"/>
            <a:tailEnd type="triangle"/>
          </a:ln>
          <a:effectLst/>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B2AEB9A-3A69-4651-DBF2-E838240FF233}"/>
              </a:ext>
            </a:extLst>
          </p:cNvPr>
          <p:cNvSpPr txBox="1"/>
          <p:nvPr/>
        </p:nvSpPr>
        <p:spPr>
          <a:xfrm>
            <a:off x="11059437" y="202557"/>
            <a:ext cx="923730" cy="707886"/>
          </a:xfrm>
          <a:prstGeom prst="rect">
            <a:avLst/>
          </a:prstGeom>
          <a:noFill/>
        </p:spPr>
        <p:txBody>
          <a:bodyPr wrap="square" rtlCol="0">
            <a:spAutoFit/>
          </a:bodyPr>
          <a:lstStyle/>
          <a:p>
            <a:r>
              <a:rPr lang="en-US" sz="4000" dirty="0"/>
              <a:t>A</a:t>
            </a:r>
            <a:endParaRPr lang="en-AE" sz="4000" dirty="0"/>
          </a:p>
        </p:txBody>
      </p:sp>
    </p:spTree>
    <p:extLst>
      <p:ext uri="{BB962C8B-B14F-4D97-AF65-F5344CB8AC3E}">
        <p14:creationId xmlns:p14="http://schemas.microsoft.com/office/powerpoint/2010/main" val="3997667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A7C43-167D-7D84-7AE5-7FCCC6EBCCC7}"/>
              </a:ext>
            </a:extLst>
          </p:cNvPr>
          <p:cNvSpPr>
            <a:spLocks noGrp="1"/>
          </p:cNvSpPr>
          <p:nvPr>
            <p:ph type="title"/>
          </p:nvPr>
        </p:nvSpPr>
        <p:spPr>
          <a:xfrm>
            <a:off x="1840749" y="154292"/>
            <a:ext cx="10427840" cy="1086056"/>
          </a:xfrm>
        </p:spPr>
        <p:txBody>
          <a:bodyPr/>
          <a:lstStyle/>
          <a:p>
            <a:r>
              <a:rPr lang="en-US" dirty="0"/>
              <a:t>How to run git pull:</a:t>
            </a:r>
            <a:endParaRPr lang="en-AE" dirty="0"/>
          </a:p>
        </p:txBody>
      </p:sp>
      <p:pic>
        <p:nvPicPr>
          <p:cNvPr id="8" name="Picture 7">
            <a:extLst>
              <a:ext uri="{FF2B5EF4-FFF2-40B4-BE49-F238E27FC236}">
                <a16:creationId xmlns:a16="http://schemas.microsoft.com/office/drawing/2014/main" id="{ADE92C47-0B73-0975-5B22-145C5A56785B}"/>
              </a:ext>
            </a:extLst>
          </p:cNvPr>
          <p:cNvPicPr>
            <a:picLocks noChangeAspect="1"/>
          </p:cNvPicPr>
          <p:nvPr/>
        </p:nvPicPr>
        <p:blipFill>
          <a:blip r:embed="rId2"/>
          <a:stretch>
            <a:fillRect/>
          </a:stretch>
        </p:blipFill>
        <p:spPr>
          <a:xfrm>
            <a:off x="919852" y="1295608"/>
            <a:ext cx="6985898" cy="2266810"/>
          </a:xfrm>
          <a:prstGeom prst="rect">
            <a:avLst/>
          </a:prstGeom>
        </p:spPr>
      </p:pic>
      <p:sp>
        <p:nvSpPr>
          <p:cNvPr id="9" name="Rectangle: Rounded Corners 8">
            <a:extLst>
              <a:ext uri="{FF2B5EF4-FFF2-40B4-BE49-F238E27FC236}">
                <a16:creationId xmlns:a16="http://schemas.microsoft.com/office/drawing/2014/main" id="{5123311E-A8E1-5A4A-99A2-B6ED89FF150A}"/>
              </a:ext>
            </a:extLst>
          </p:cNvPr>
          <p:cNvSpPr/>
          <p:nvPr/>
        </p:nvSpPr>
        <p:spPr>
          <a:xfrm>
            <a:off x="6685721" y="2100403"/>
            <a:ext cx="3652648" cy="1328597"/>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Now you must write the command “git pull origin main” to add the recent file which you have created. </a:t>
            </a:r>
          </a:p>
        </p:txBody>
      </p:sp>
      <p:pic>
        <p:nvPicPr>
          <p:cNvPr id="11" name="Picture 10">
            <a:extLst>
              <a:ext uri="{FF2B5EF4-FFF2-40B4-BE49-F238E27FC236}">
                <a16:creationId xmlns:a16="http://schemas.microsoft.com/office/drawing/2014/main" id="{460B178A-FEFA-706E-C366-6DCC57D25348}"/>
              </a:ext>
            </a:extLst>
          </p:cNvPr>
          <p:cNvPicPr>
            <a:picLocks noChangeAspect="1"/>
          </p:cNvPicPr>
          <p:nvPr/>
        </p:nvPicPr>
        <p:blipFill>
          <a:blip r:embed="rId3"/>
          <a:stretch>
            <a:fillRect/>
          </a:stretch>
        </p:blipFill>
        <p:spPr>
          <a:xfrm>
            <a:off x="6286500" y="3838492"/>
            <a:ext cx="5448772" cy="1905165"/>
          </a:xfrm>
          <a:prstGeom prst="rect">
            <a:avLst/>
          </a:prstGeom>
        </p:spPr>
      </p:pic>
      <p:sp>
        <p:nvSpPr>
          <p:cNvPr id="13" name="Rectangle: Rounded Corners 12">
            <a:extLst>
              <a:ext uri="{FF2B5EF4-FFF2-40B4-BE49-F238E27FC236}">
                <a16:creationId xmlns:a16="http://schemas.microsoft.com/office/drawing/2014/main" id="{E276CBB2-42A3-8336-3A25-311A555099C6}"/>
              </a:ext>
            </a:extLst>
          </p:cNvPr>
          <p:cNvSpPr/>
          <p:nvPr/>
        </p:nvSpPr>
        <p:spPr>
          <a:xfrm>
            <a:off x="2569612" y="4196473"/>
            <a:ext cx="3429000" cy="1614555"/>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Now if you write the command “ls” your new file will appear.</a:t>
            </a:r>
            <a:endParaRPr lang="en-AE" dirty="0"/>
          </a:p>
        </p:txBody>
      </p:sp>
      <p:sp>
        <p:nvSpPr>
          <p:cNvPr id="14" name="TextBox 13">
            <a:extLst>
              <a:ext uri="{FF2B5EF4-FFF2-40B4-BE49-F238E27FC236}">
                <a16:creationId xmlns:a16="http://schemas.microsoft.com/office/drawing/2014/main" id="{CE10C06C-0EDE-FEBF-2CF4-198C672707F8}"/>
              </a:ext>
            </a:extLst>
          </p:cNvPr>
          <p:cNvSpPr txBox="1"/>
          <p:nvPr/>
        </p:nvSpPr>
        <p:spPr>
          <a:xfrm>
            <a:off x="11079518" y="291670"/>
            <a:ext cx="830425" cy="646331"/>
          </a:xfrm>
          <a:prstGeom prst="rect">
            <a:avLst/>
          </a:prstGeom>
          <a:noFill/>
        </p:spPr>
        <p:txBody>
          <a:bodyPr wrap="square" rtlCol="0">
            <a:spAutoFit/>
          </a:bodyPr>
          <a:lstStyle/>
          <a:p>
            <a:r>
              <a:rPr lang="en-US" sz="3600" dirty="0"/>
              <a:t>Z</a:t>
            </a:r>
            <a:endParaRPr lang="en-AE" sz="3600" dirty="0"/>
          </a:p>
        </p:txBody>
      </p:sp>
    </p:spTree>
    <p:extLst>
      <p:ext uri="{BB962C8B-B14F-4D97-AF65-F5344CB8AC3E}">
        <p14:creationId xmlns:p14="http://schemas.microsoft.com/office/powerpoint/2010/main" val="54660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A6C34-AD94-23AB-6C68-C89FB6D03594}"/>
              </a:ext>
            </a:extLst>
          </p:cNvPr>
          <p:cNvSpPr>
            <a:spLocks noGrp="1"/>
          </p:cNvSpPr>
          <p:nvPr>
            <p:ph type="title"/>
          </p:nvPr>
        </p:nvSpPr>
        <p:spPr/>
        <p:txBody>
          <a:bodyPr>
            <a:normAutofit fontScale="90000"/>
          </a:bodyPr>
          <a:lstStyle/>
          <a:p>
            <a:r>
              <a:rPr lang="en-US" sz="6000" b="1" dirty="0">
                <a:solidFill>
                  <a:schemeClr val="accent4">
                    <a:lumMod val="50000"/>
                  </a:schemeClr>
                </a:solidFill>
              </a:rPr>
              <a:t>Merge conflict:</a:t>
            </a:r>
            <a:br>
              <a:rPr lang="en-US" sz="2700" dirty="0"/>
            </a:br>
            <a:r>
              <a:rPr lang="en-US" sz="2700" dirty="0"/>
              <a:t>Conflicts occur when two people change the same lines in a file or when one developer deletes a file while another developer is modifying it. Git cannot automatically determine the correct version in these cases.</a:t>
            </a:r>
            <a:br>
              <a:rPr lang="en-US" sz="2700" dirty="0"/>
            </a:br>
            <a:br>
              <a:rPr lang="en-US" sz="2700" dirty="0"/>
            </a:br>
            <a:r>
              <a:rPr lang="en-US" sz="2700" dirty="0"/>
              <a:t> Only the developer conducting the merge is affected by conflicts, and the rest of the team is unaware of them. Git will label the file as conflicted and stop the merging process. It is then the responsibility of the developers to resolve the conflict.</a:t>
            </a:r>
            <a:br>
              <a:rPr lang="en-US" sz="3600" dirty="0"/>
            </a:br>
            <a:endParaRPr lang="en-AE" sz="3600" dirty="0"/>
          </a:p>
        </p:txBody>
      </p:sp>
      <p:sp>
        <p:nvSpPr>
          <p:cNvPr id="3" name="TextBox 2">
            <a:extLst>
              <a:ext uri="{FF2B5EF4-FFF2-40B4-BE49-F238E27FC236}">
                <a16:creationId xmlns:a16="http://schemas.microsoft.com/office/drawing/2014/main" id="{E7B529AA-0B63-74F5-A4FA-D60C2A44F2CE}"/>
              </a:ext>
            </a:extLst>
          </p:cNvPr>
          <p:cNvSpPr txBox="1"/>
          <p:nvPr/>
        </p:nvSpPr>
        <p:spPr>
          <a:xfrm>
            <a:off x="11108094" y="307612"/>
            <a:ext cx="942392" cy="584775"/>
          </a:xfrm>
          <a:prstGeom prst="rect">
            <a:avLst/>
          </a:prstGeom>
          <a:noFill/>
        </p:spPr>
        <p:txBody>
          <a:bodyPr wrap="square" rtlCol="0">
            <a:spAutoFit/>
          </a:bodyPr>
          <a:lstStyle/>
          <a:p>
            <a:r>
              <a:rPr lang="en-US" sz="3200" dirty="0"/>
              <a:t>A</a:t>
            </a:r>
            <a:endParaRPr lang="en-AE" sz="3200" dirty="0"/>
          </a:p>
        </p:txBody>
      </p:sp>
    </p:spTree>
    <p:extLst>
      <p:ext uri="{BB962C8B-B14F-4D97-AF65-F5344CB8AC3E}">
        <p14:creationId xmlns:p14="http://schemas.microsoft.com/office/powerpoint/2010/main" val="851638151"/>
      </p:ext>
    </p:extLst>
  </p:cSld>
  <p:clrMapOvr>
    <a:masterClrMapping/>
  </p:clrMapOvr>
</p:sld>
</file>

<file path=ppt/theme/theme1.xml><?xml version="1.0" encoding="utf-8"?>
<a:theme xmlns:a="http://schemas.openxmlformats.org/drawingml/2006/main" name="VaultVTI">
  <a:themeElements>
    <a:clrScheme name="archway">
      <a:dk1>
        <a:sysClr val="windowText" lastClr="000000"/>
      </a:dk1>
      <a:lt1>
        <a:sysClr val="window" lastClr="FFFFFF"/>
      </a:lt1>
      <a:dk2>
        <a:srgbClr val="262626"/>
      </a:dk2>
      <a:lt2>
        <a:srgbClr val="CCC9C2"/>
      </a:lt2>
      <a:accent1>
        <a:srgbClr val="A85E3E"/>
      </a:accent1>
      <a:accent2>
        <a:srgbClr val="C3743C"/>
      </a:accent2>
      <a:accent3>
        <a:srgbClr val="CF6749"/>
      </a:accent3>
      <a:accent4>
        <a:srgbClr val="7D8B71"/>
      </a:accent4>
      <a:accent5>
        <a:srgbClr val="A37A59"/>
      </a:accent5>
      <a:accent6>
        <a:srgbClr val="AB8244"/>
      </a:accent6>
      <a:hlink>
        <a:srgbClr val="B94F31"/>
      </a:hlink>
      <a:folHlink>
        <a:srgbClr val="667458"/>
      </a:folHlink>
    </a:clrScheme>
    <a:fontScheme name="Custom 5">
      <a:majorFont>
        <a:latin typeface="Georgia Pro Light"/>
        <a:ea typeface=""/>
        <a:cs typeface=""/>
      </a:majorFont>
      <a:minorFont>
        <a:latin typeface="Georgi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ultVTI" id="{144E1EB0-F9F9-4F8D-8264-A2820BA0C47A}" vid="{3A992A48-7697-4A22-A884-B4A11E62184D}"/>
    </a:ext>
  </a:extLst>
</a:theme>
</file>

<file path=ppt/theme/theme2.xml><?xml version="1.0" encoding="utf-8"?>
<a:theme xmlns:a="http://schemas.openxmlformats.org/drawingml/2006/main" name="BrushVTI">
  <a:themeElements>
    <a:clrScheme name="AnalogousFromRegularSeed_2SEEDS">
      <a:dk1>
        <a:srgbClr val="000000"/>
      </a:dk1>
      <a:lt1>
        <a:srgbClr val="FFFFFF"/>
      </a:lt1>
      <a:dk2>
        <a:srgbClr val="242C41"/>
      </a:dk2>
      <a:lt2>
        <a:srgbClr val="E2E6E8"/>
      </a:lt2>
      <a:accent1>
        <a:srgbClr val="B1653B"/>
      </a:accent1>
      <a:accent2>
        <a:srgbClr val="C34D54"/>
      </a:accent2>
      <a:accent3>
        <a:srgbClr val="BBA149"/>
      </a:accent3>
      <a:accent4>
        <a:srgbClr val="3BB1A3"/>
      </a:accent4>
      <a:accent5>
        <a:srgbClr val="4DA1C3"/>
      </a:accent5>
      <a:accent6>
        <a:srgbClr val="3B5DB1"/>
      </a:accent6>
      <a:hlink>
        <a:srgbClr val="3C8AB5"/>
      </a:hlink>
      <a:folHlink>
        <a:srgbClr val="7F7F7F"/>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otalTime>1388</TotalTime>
  <Words>608</Words>
  <Application>Microsoft Office PowerPoint</Application>
  <PresentationFormat>Widescreen</PresentationFormat>
  <Paragraphs>40</Paragraphs>
  <Slides>9</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9</vt:i4>
      </vt:variant>
    </vt:vector>
  </HeadingPairs>
  <TitlesOfParts>
    <vt:vector size="14" baseType="lpstr">
      <vt:lpstr>Arial</vt:lpstr>
      <vt:lpstr>Century Gothic</vt:lpstr>
      <vt:lpstr>Georgia Pro Light</vt:lpstr>
      <vt:lpstr>VaultVTI</vt:lpstr>
      <vt:lpstr>BrushVTI</vt:lpstr>
      <vt:lpstr>Software Dev. &amp; Problem Solving 1</vt:lpstr>
      <vt:lpstr>Why do we need to clone a repository:</vt:lpstr>
      <vt:lpstr>How to clone a repository:</vt:lpstr>
      <vt:lpstr>How to clone a repository:</vt:lpstr>
      <vt:lpstr>How to clone a repository:</vt:lpstr>
      <vt:lpstr>Git Pull:  Without running git pull, your local repository will never be updated with changes from the remote.   To recover and combine changes from the remote repository into the local repository, use git pull. Git pull is the result of combining two commands: git fetch and git merge.   Git fetch command and git merge command are both different in operation. Git fetch fetches the changes while git merge merges them after fetching. </vt:lpstr>
      <vt:lpstr>How to run git pull:</vt:lpstr>
      <vt:lpstr>How to run git pull:</vt:lpstr>
      <vt:lpstr>Merge conflict: Conflicts occur when two people change the same lines in a file or when one developer deletes a file while another developer is modifying it. Git cannot automatically determine the correct version in these cases.   Only the developer conducting the merge is affected by conflicts, and the rest of the team is unaware of them. Git will label the file as conflicted and stop the merging process. It is then the responsibility of the developers to resolve the conflict.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Dev. &amp; Problem Solving 1</dc:title>
  <dc:creator>tamreen ahmed</dc:creator>
  <cp:lastModifiedBy>tamreen ahmed</cp:lastModifiedBy>
  <cp:revision>1</cp:revision>
  <dcterms:created xsi:type="dcterms:W3CDTF">2024-01-22T14:49:02Z</dcterms:created>
  <dcterms:modified xsi:type="dcterms:W3CDTF">2024-01-23T13:57:45Z</dcterms:modified>
</cp:coreProperties>
</file>